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46" r:id="rId2"/>
    <p:sldId id="348" r:id="rId3"/>
    <p:sldId id="347" r:id="rId4"/>
    <p:sldId id="380" r:id="rId5"/>
    <p:sldId id="353" r:id="rId6"/>
    <p:sldId id="381" r:id="rId7"/>
    <p:sldId id="383" r:id="rId8"/>
    <p:sldId id="382" r:id="rId9"/>
    <p:sldId id="384" r:id="rId10"/>
    <p:sldId id="385" r:id="rId11"/>
    <p:sldId id="386" r:id="rId12"/>
    <p:sldId id="387" r:id="rId13"/>
    <p:sldId id="358" r:id="rId14"/>
    <p:sldId id="388" r:id="rId15"/>
    <p:sldId id="389" r:id="rId16"/>
    <p:sldId id="390" r:id="rId17"/>
    <p:sldId id="363" r:id="rId18"/>
    <p:sldId id="391" r:id="rId19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A9"/>
    <a:srgbClr val="0B4189"/>
    <a:srgbClr val="0B5AA8"/>
    <a:srgbClr val="8C1515"/>
    <a:srgbClr val="CB3737"/>
    <a:srgbClr val="6A005E"/>
    <a:srgbClr val="006171"/>
    <a:srgbClr val="EEECE1"/>
    <a:srgbClr val="0097B0"/>
    <a:srgbClr val="6FD5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32E890-7B71-4C67-BC34-DF7C83873469}" v="17" dt="2024-11-02T12:44:16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88" d="100"/>
          <a:sy n="88" d="100"/>
        </p:scale>
        <p:origin x="69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52"/>
    </p:cViewPr>
  </p:sorterViewPr>
  <p:notesViewPr>
    <p:cSldViewPr snapToGrid="0">
      <p:cViewPr varScale="1">
        <p:scale>
          <a:sx n="50" d="100"/>
          <a:sy n="50" d="100"/>
        </p:scale>
        <p:origin x="247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, Zeyu" userId="5a03f724-6c63-4288-9783-bde89fb6422a" providerId="ADAL" clId="{4132E890-7B71-4C67-BC34-DF7C83873469}"/>
    <pc:docChg chg="undo redo custSel addSld delSld modSld sldOrd delMainMaster modMainMaster modShowInfo">
      <pc:chgData name="Jing, Zeyu" userId="5a03f724-6c63-4288-9783-bde89fb6422a" providerId="ADAL" clId="{4132E890-7B71-4C67-BC34-DF7C83873469}" dt="2024-11-03T10:55:14.506" v="3729" actId="2744"/>
      <pc:docMkLst>
        <pc:docMk/>
      </pc:docMkLst>
      <pc:sldChg chg="del">
        <pc:chgData name="Jing, Zeyu" userId="5a03f724-6c63-4288-9783-bde89fb6422a" providerId="ADAL" clId="{4132E890-7B71-4C67-BC34-DF7C83873469}" dt="2024-11-02T09:34:19.447" v="559" actId="47"/>
        <pc:sldMkLst>
          <pc:docMk/>
          <pc:sldMk cId="0" sldId="273"/>
        </pc:sldMkLst>
      </pc:sldChg>
      <pc:sldChg chg="del">
        <pc:chgData name="Jing, Zeyu" userId="5a03f724-6c63-4288-9783-bde89fb6422a" providerId="ADAL" clId="{4132E890-7B71-4C67-BC34-DF7C83873469}" dt="2024-11-02T09:34:15.190" v="557" actId="47"/>
        <pc:sldMkLst>
          <pc:docMk/>
          <pc:sldMk cId="0" sldId="279"/>
        </pc:sldMkLst>
      </pc:sldChg>
      <pc:sldChg chg="del">
        <pc:chgData name="Jing, Zeyu" userId="5a03f724-6c63-4288-9783-bde89fb6422a" providerId="ADAL" clId="{4132E890-7B71-4C67-BC34-DF7C83873469}" dt="2024-11-02T09:18:58.006" v="124" actId="47"/>
        <pc:sldMkLst>
          <pc:docMk/>
          <pc:sldMk cId="4209450904" sldId="282"/>
        </pc:sldMkLst>
      </pc:sldChg>
      <pc:sldChg chg="del">
        <pc:chgData name="Jing, Zeyu" userId="5a03f724-6c63-4288-9783-bde89fb6422a" providerId="ADAL" clId="{4132E890-7B71-4C67-BC34-DF7C83873469}" dt="2024-11-02T09:34:11.978" v="555" actId="47"/>
        <pc:sldMkLst>
          <pc:docMk/>
          <pc:sldMk cId="0" sldId="296"/>
        </pc:sldMkLst>
      </pc:sldChg>
      <pc:sldChg chg="del">
        <pc:chgData name="Jing, Zeyu" userId="5a03f724-6c63-4288-9783-bde89fb6422a" providerId="ADAL" clId="{4132E890-7B71-4C67-BC34-DF7C83873469}" dt="2024-11-02T09:34:17.313" v="558" actId="47"/>
        <pc:sldMkLst>
          <pc:docMk/>
          <pc:sldMk cId="0" sldId="309"/>
        </pc:sldMkLst>
      </pc:sldChg>
      <pc:sldChg chg="del">
        <pc:chgData name="Jing, Zeyu" userId="5a03f724-6c63-4288-9783-bde89fb6422a" providerId="ADAL" clId="{4132E890-7B71-4C67-BC34-DF7C83873469}" dt="2024-11-02T09:34:13.245" v="556" actId="47"/>
        <pc:sldMkLst>
          <pc:docMk/>
          <pc:sldMk cId="0" sldId="312"/>
        </pc:sldMkLst>
      </pc:sldChg>
      <pc:sldChg chg="modSp mod">
        <pc:chgData name="Jing, Zeyu" userId="5a03f724-6c63-4288-9783-bde89fb6422a" providerId="ADAL" clId="{4132E890-7B71-4C67-BC34-DF7C83873469}" dt="2024-11-02T09:23:08.004" v="272" actId="2711"/>
        <pc:sldMkLst>
          <pc:docMk/>
          <pc:sldMk cId="0" sldId="346"/>
        </pc:sldMkLst>
        <pc:spChg chg="mod">
          <ac:chgData name="Jing, Zeyu" userId="5a03f724-6c63-4288-9783-bde89fb6422a" providerId="ADAL" clId="{4132E890-7B71-4C67-BC34-DF7C83873469}" dt="2024-11-02T09:22:59.585" v="270" actId="2711"/>
          <ac:spMkLst>
            <pc:docMk/>
            <pc:sldMk cId="0" sldId="346"/>
            <ac:spMk id="5" creationId="{00000000-0000-0000-0000-000000000000}"/>
          </ac:spMkLst>
        </pc:spChg>
        <pc:spChg chg="mod">
          <ac:chgData name="Jing, Zeyu" userId="5a03f724-6c63-4288-9783-bde89fb6422a" providerId="ADAL" clId="{4132E890-7B71-4C67-BC34-DF7C83873469}" dt="2024-11-02T09:23:08.004" v="272" actId="2711"/>
          <ac:spMkLst>
            <pc:docMk/>
            <pc:sldMk cId="0" sldId="346"/>
            <ac:spMk id="6" creationId="{00000000-0000-0000-0000-000000000000}"/>
          </ac:spMkLst>
        </pc:spChg>
        <pc:spChg chg="mod">
          <ac:chgData name="Jing, Zeyu" userId="5a03f724-6c63-4288-9783-bde89fb6422a" providerId="ADAL" clId="{4132E890-7B71-4C67-BC34-DF7C83873469}" dt="2024-11-02T09:23:04.837" v="271" actId="2711"/>
          <ac:spMkLst>
            <pc:docMk/>
            <pc:sldMk cId="0" sldId="346"/>
            <ac:spMk id="7" creationId="{00000000-0000-0000-0000-000000000000}"/>
          </ac:spMkLst>
        </pc:spChg>
      </pc:sldChg>
      <pc:sldChg chg="modSp mod">
        <pc:chgData name="Jing, Zeyu" userId="5a03f724-6c63-4288-9783-bde89fb6422a" providerId="ADAL" clId="{4132E890-7B71-4C67-BC34-DF7C83873469}" dt="2024-11-02T09:31:07.580" v="395" actId="2711"/>
        <pc:sldMkLst>
          <pc:docMk/>
          <pc:sldMk cId="0" sldId="347"/>
        </pc:sldMkLst>
        <pc:spChg chg="mod">
          <ac:chgData name="Jing, Zeyu" userId="5a03f724-6c63-4288-9783-bde89fb6422a" providerId="ADAL" clId="{4132E890-7B71-4C67-BC34-DF7C83873469}" dt="2024-11-02T09:31:07.580" v="395" actId="2711"/>
          <ac:spMkLst>
            <pc:docMk/>
            <pc:sldMk cId="0" sldId="347"/>
            <ac:spMk id="9" creationId="{00000000-0000-0000-0000-000000000000}"/>
          </ac:spMkLst>
        </pc:spChg>
      </pc:sldChg>
      <pc:sldChg chg="delSp modSp mod delAnim">
        <pc:chgData name="Jing, Zeyu" userId="5a03f724-6c63-4288-9783-bde89fb6422a" providerId="ADAL" clId="{4132E890-7B71-4C67-BC34-DF7C83873469}" dt="2024-11-02T10:39:20.371" v="615" actId="1076"/>
        <pc:sldMkLst>
          <pc:docMk/>
          <pc:sldMk cId="0" sldId="348"/>
        </pc:sldMkLst>
        <pc:spChg chg="mod">
          <ac:chgData name="Jing, Zeyu" userId="5a03f724-6c63-4288-9783-bde89fb6422a" providerId="ADAL" clId="{4132E890-7B71-4C67-BC34-DF7C83873469}" dt="2024-11-02T09:24:06.571" v="282" actId="403"/>
          <ac:spMkLst>
            <pc:docMk/>
            <pc:sldMk cId="0" sldId="348"/>
            <ac:spMk id="8" creationId="{00000000-0000-0000-0000-000000000000}"/>
          </ac:spMkLst>
        </pc:spChg>
        <pc:spChg chg="mod">
          <ac:chgData name="Jing, Zeyu" userId="5a03f724-6c63-4288-9783-bde89fb6422a" providerId="ADAL" clId="{4132E890-7B71-4C67-BC34-DF7C83873469}" dt="2024-11-02T09:31:19.617" v="396" actId="2711"/>
          <ac:spMkLst>
            <pc:docMk/>
            <pc:sldMk cId="0" sldId="348"/>
            <ac:spMk id="9" creationId="{00000000-0000-0000-0000-000000000000}"/>
          </ac:spMkLst>
        </pc:spChg>
        <pc:spChg chg="mod">
          <ac:chgData name="Jing, Zeyu" userId="5a03f724-6c63-4288-9783-bde89fb6422a" providerId="ADAL" clId="{4132E890-7B71-4C67-BC34-DF7C83873469}" dt="2024-11-02T09:24:13.638" v="284" actId="403"/>
          <ac:spMkLst>
            <pc:docMk/>
            <pc:sldMk cId="0" sldId="348"/>
            <ac:spMk id="24" creationId="{00000000-0000-0000-0000-000000000000}"/>
          </ac:spMkLst>
        </pc:spChg>
        <pc:spChg chg="mod">
          <ac:chgData name="Jing, Zeyu" userId="5a03f724-6c63-4288-9783-bde89fb6422a" providerId="ADAL" clId="{4132E890-7B71-4C67-BC34-DF7C83873469}" dt="2024-11-02T09:31:24.601" v="397" actId="2711"/>
          <ac:spMkLst>
            <pc:docMk/>
            <pc:sldMk cId="0" sldId="348"/>
            <ac:spMk id="25" creationId="{00000000-0000-0000-0000-000000000000}"/>
          </ac:spMkLst>
        </pc:spChg>
        <pc:spChg chg="mod">
          <ac:chgData name="Jing, Zeyu" userId="5a03f724-6c63-4288-9783-bde89fb6422a" providerId="ADAL" clId="{4132E890-7B71-4C67-BC34-DF7C83873469}" dt="2024-11-02T09:24:22.809" v="288" actId="403"/>
          <ac:spMkLst>
            <pc:docMk/>
            <pc:sldMk cId="0" sldId="348"/>
            <ac:spMk id="29" creationId="{00000000-0000-0000-0000-000000000000}"/>
          </ac:spMkLst>
        </pc:spChg>
        <pc:spChg chg="mod">
          <ac:chgData name="Jing, Zeyu" userId="5a03f724-6c63-4288-9783-bde89fb6422a" providerId="ADAL" clId="{4132E890-7B71-4C67-BC34-DF7C83873469}" dt="2024-11-02T09:31:28.502" v="398" actId="2711"/>
          <ac:spMkLst>
            <pc:docMk/>
            <pc:sldMk cId="0" sldId="348"/>
            <ac:spMk id="30" creationId="{00000000-0000-0000-0000-000000000000}"/>
          </ac:spMkLst>
        </pc:spChg>
        <pc:spChg chg="del mod">
          <ac:chgData name="Jing, Zeyu" userId="5a03f724-6c63-4288-9783-bde89fb6422a" providerId="ADAL" clId="{4132E890-7B71-4C67-BC34-DF7C83873469}" dt="2024-11-02T10:39:11.857" v="611" actId="478"/>
          <ac:spMkLst>
            <pc:docMk/>
            <pc:sldMk cId="0" sldId="348"/>
            <ac:spMk id="34" creationId="{00000000-0000-0000-0000-000000000000}"/>
          </ac:spMkLst>
        </pc:spChg>
        <pc:spChg chg="mod">
          <ac:chgData name="Jing, Zeyu" userId="5a03f724-6c63-4288-9783-bde89fb6422a" providerId="ADAL" clId="{4132E890-7B71-4C67-BC34-DF7C83873469}" dt="2024-11-02T10:39:10.004" v="610" actId="6549"/>
          <ac:spMkLst>
            <pc:docMk/>
            <pc:sldMk cId="0" sldId="348"/>
            <ac:spMk id="35" creationId="{00000000-0000-0000-0000-000000000000}"/>
          </ac:spMkLst>
        </pc:spChg>
        <pc:spChg chg="mod">
          <ac:chgData name="Jing, Zeyu" userId="5a03f724-6c63-4288-9783-bde89fb6422a" providerId="ADAL" clId="{4132E890-7B71-4C67-BC34-DF7C83873469}" dt="2024-11-02T10:39:16.139" v="614" actId="20577"/>
          <ac:spMkLst>
            <pc:docMk/>
            <pc:sldMk cId="0" sldId="348"/>
            <ac:spMk id="47" creationId="{00000000-0000-0000-0000-000000000000}"/>
          </ac:spMkLst>
        </pc:spChg>
        <pc:spChg chg="mod">
          <ac:chgData name="Jing, Zeyu" userId="5a03f724-6c63-4288-9783-bde89fb6422a" providerId="ADAL" clId="{4132E890-7B71-4C67-BC34-DF7C83873469}" dt="2024-11-02T09:31:43.022" v="400" actId="2711"/>
          <ac:spMkLst>
            <pc:docMk/>
            <pc:sldMk cId="0" sldId="348"/>
            <ac:spMk id="48" creationId="{00000000-0000-0000-0000-000000000000}"/>
          </ac:spMkLst>
        </pc:spChg>
        <pc:grpChg chg="del mod">
          <ac:chgData name="Jing, Zeyu" userId="5a03f724-6c63-4288-9783-bde89fb6422a" providerId="ADAL" clId="{4132E890-7B71-4C67-BC34-DF7C83873469}" dt="2024-11-02T10:39:12.831" v="612" actId="478"/>
          <ac:grpSpMkLst>
            <pc:docMk/>
            <pc:sldMk cId="0" sldId="348"/>
            <ac:grpSpMk id="31" creationId="{00000000-0000-0000-0000-000000000000}"/>
          </ac:grpSpMkLst>
        </pc:grpChg>
        <pc:grpChg chg="del">
          <ac:chgData name="Jing, Zeyu" userId="5a03f724-6c63-4288-9783-bde89fb6422a" providerId="ADAL" clId="{4132E890-7B71-4C67-BC34-DF7C83873469}" dt="2024-11-02T10:39:11.857" v="611" actId="478"/>
          <ac:grpSpMkLst>
            <pc:docMk/>
            <pc:sldMk cId="0" sldId="348"/>
            <ac:grpSpMk id="32" creationId="{00000000-0000-0000-0000-000000000000}"/>
          </ac:grpSpMkLst>
        </pc:grpChg>
        <pc:grpChg chg="mod">
          <ac:chgData name="Jing, Zeyu" userId="5a03f724-6c63-4288-9783-bde89fb6422a" providerId="ADAL" clId="{4132E890-7B71-4C67-BC34-DF7C83873469}" dt="2024-11-02T10:39:20.371" v="615" actId="1076"/>
          <ac:grpSpMkLst>
            <pc:docMk/>
            <pc:sldMk cId="0" sldId="348"/>
            <ac:grpSpMk id="44" creationId="{00000000-0000-0000-0000-000000000000}"/>
          </ac:grpSpMkLst>
        </pc:grpChg>
      </pc:sldChg>
      <pc:sldChg chg="del">
        <pc:chgData name="Jing, Zeyu" userId="5a03f724-6c63-4288-9783-bde89fb6422a" providerId="ADAL" clId="{4132E890-7B71-4C67-BC34-DF7C83873469}" dt="2024-11-02T09:34:00.025" v="551" actId="47"/>
        <pc:sldMkLst>
          <pc:docMk/>
          <pc:sldMk cId="0" sldId="349"/>
        </pc:sldMkLst>
      </pc:sldChg>
      <pc:sldChg chg="del">
        <pc:chgData name="Jing, Zeyu" userId="5a03f724-6c63-4288-9783-bde89fb6422a" providerId="ADAL" clId="{4132E890-7B71-4C67-BC34-DF7C83873469}" dt="2024-11-02T12:27:13.017" v="3421" actId="47"/>
        <pc:sldMkLst>
          <pc:docMk/>
          <pc:sldMk cId="0" sldId="350"/>
        </pc:sldMkLst>
      </pc:sldChg>
      <pc:sldChg chg="del">
        <pc:chgData name="Jing, Zeyu" userId="5a03f724-6c63-4288-9783-bde89fb6422a" providerId="ADAL" clId="{4132E890-7B71-4C67-BC34-DF7C83873469}" dt="2024-11-02T09:34:06.643" v="552" actId="47"/>
        <pc:sldMkLst>
          <pc:docMk/>
          <pc:sldMk cId="0" sldId="351"/>
        </pc:sldMkLst>
      </pc:sldChg>
      <pc:sldChg chg="del">
        <pc:chgData name="Jing, Zeyu" userId="5a03f724-6c63-4288-9783-bde89fb6422a" providerId="ADAL" clId="{4132E890-7B71-4C67-BC34-DF7C83873469}" dt="2024-11-02T09:34:07.460" v="553" actId="47"/>
        <pc:sldMkLst>
          <pc:docMk/>
          <pc:sldMk cId="0" sldId="352"/>
        </pc:sldMkLst>
      </pc:sldChg>
      <pc:sldChg chg="modSp mod ord">
        <pc:chgData name="Jing, Zeyu" userId="5a03f724-6c63-4288-9783-bde89fb6422a" providerId="ADAL" clId="{4132E890-7B71-4C67-BC34-DF7C83873469}" dt="2024-11-02T10:39:52.389" v="641" actId="2711"/>
        <pc:sldMkLst>
          <pc:docMk/>
          <pc:sldMk cId="0" sldId="353"/>
        </pc:sldMkLst>
        <pc:spChg chg="mod">
          <ac:chgData name="Jing, Zeyu" userId="5a03f724-6c63-4288-9783-bde89fb6422a" providerId="ADAL" clId="{4132E890-7B71-4C67-BC34-DF7C83873469}" dt="2024-11-02T10:39:52.389" v="641" actId="2711"/>
          <ac:spMkLst>
            <pc:docMk/>
            <pc:sldMk cId="0" sldId="353"/>
            <ac:spMk id="9" creationId="{00000000-0000-0000-0000-000000000000}"/>
          </ac:spMkLst>
        </pc:spChg>
      </pc:sldChg>
      <pc:sldChg chg="del">
        <pc:chgData name="Jing, Zeyu" userId="5a03f724-6c63-4288-9783-bde89fb6422a" providerId="ADAL" clId="{4132E890-7B71-4C67-BC34-DF7C83873469}" dt="2024-11-02T09:34:10.511" v="554" actId="47"/>
        <pc:sldMkLst>
          <pc:docMk/>
          <pc:sldMk cId="0" sldId="354"/>
        </pc:sldMkLst>
      </pc:sldChg>
      <pc:sldChg chg="modSp mod ord">
        <pc:chgData name="Jing, Zeyu" userId="5a03f724-6c63-4288-9783-bde89fb6422a" providerId="ADAL" clId="{4132E890-7B71-4C67-BC34-DF7C83873469}" dt="2024-11-02T12:24:28.336" v="3420" actId="2711"/>
        <pc:sldMkLst>
          <pc:docMk/>
          <pc:sldMk cId="0" sldId="358"/>
        </pc:sldMkLst>
        <pc:spChg chg="mod">
          <ac:chgData name="Jing, Zeyu" userId="5a03f724-6c63-4288-9783-bde89fb6422a" providerId="ADAL" clId="{4132E890-7B71-4C67-BC34-DF7C83873469}" dt="2024-11-02T12:24:28.336" v="3420" actId="2711"/>
          <ac:spMkLst>
            <pc:docMk/>
            <pc:sldMk cId="0" sldId="358"/>
            <ac:spMk id="9" creationId="{00000000-0000-0000-0000-000000000000}"/>
          </ac:spMkLst>
        </pc:spChg>
      </pc:sldChg>
      <pc:sldChg chg="del">
        <pc:chgData name="Jing, Zeyu" userId="5a03f724-6c63-4288-9783-bde89fb6422a" providerId="ADAL" clId="{4132E890-7B71-4C67-BC34-DF7C83873469}" dt="2024-11-02T12:33:27.326" v="3429" actId="47"/>
        <pc:sldMkLst>
          <pc:docMk/>
          <pc:sldMk cId="0" sldId="361"/>
        </pc:sldMkLst>
      </pc:sldChg>
      <pc:sldChg chg="modSp mod">
        <pc:chgData name="Jing, Zeyu" userId="5a03f724-6c63-4288-9783-bde89fb6422a" providerId="ADAL" clId="{4132E890-7B71-4C67-BC34-DF7C83873469}" dt="2024-11-02T12:43:44.746" v="3726" actId="2711"/>
        <pc:sldMkLst>
          <pc:docMk/>
          <pc:sldMk cId="0" sldId="363"/>
        </pc:sldMkLst>
        <pc:spChg chg="mod">
          <ac:chgData name="Jing, Zeyu" userId="5a03f724-6c63-4288-9783-bde89fb6422a" providerId="ADAL" clId="{4132E890-7B71-4C67-BC34-DF7C83873469}" dt="2024-11-02T12:43:44.746" v="3726" actId="2711"/>
          <ac:spMkLst>
            <pc:docMk/>
            <pc:sldMk cId="0" sldId="363"/>
            <ac:spMk id="9" creationId="{00000000-0000-0000-0000-000000000000}"/>
          </ac:spMkLst>
        </pc:spChg>
        <pc:spChg chg="mod">
          <ac:chgData name="Jing, Zeyu" userId="5a03f724-6c63-4288-9783-bde89fb6422a" providerId="ADAL" clId="{4132E890-7B71-4C67-BC34-DF7C83873469}" dt="2024-11-02T12:43:39.637" v="3725" actId="1076"/>
          <ac:spMkLst>
            <pc:docMk/>
            <pc:sldMk cId="0" sldId="363"/>
            <ac:spMk id="13" creationId="{00000000-0000-0000-0000-000000000000}"/>
          </ac:spMkLst>
        </pc:spChg>
      </pc:sldChg>
      <pc:sldChg chg="add del">
        <pc:chgData name="Jing, Zeyu" userId="5a03f724-6c63-4288-9783-bde89fb6422a" providerId="ADAL" clId="{4132E890-7B71-4C67-BC34-DF7C83873469}" dt="2024-11-02T12:43:49.417" v="3727" actId="2696"/>
        <pc:sldMkLst>
          <pc:docMk/>
          <pc:sldMk cId="0" sldId="370"/>
        </pc:sldMkLst>
      </pc:sldChg>
      <pc:sldChg chg="del">
        <pc:chgData name="Jing, Zeyu" userId="5a03f724-6c63-4288-9783-bde89fb6422a" providerId="ADAL" clId="{4132E890-7B71-4C67-BC34-DF7C83873469}" dt="2024-11-02T09:34:20.593" v="560" actId="47"/>
        <pc:sldMkLst>
          <pc:docMk/>
          <pc:sldMk cId="0" sldId="371"/>
        </pc:sldMkLst>
      </pc:sldChg>
      <pc:sldChg chg="del">
        <pc:chgData name="Jing, Zeyu" userId="5a03f724-6c63-4288-9783-bde89fb6422a" providerId="ADAL" clId="{4132E890-7B71-4C67-BC34-DF7C83873469}" dt="2024-11-02T09:34:24.832" v="563" actId="47"/>
        <pc:sldMkLst>
          <pc:docMk/>
          <pc:sldMk cId="0" sldId="372"/>
        </pc:sldMkLst>
      </pc:sldChg>
      <pc:sldChg chg="del">
        <pc:chgData name="Jing, Zeyu" userId="5a03f724-6c63-4288-9783-bde89fb6422a" providerId="ADAL" clId="{4132E890-7B71-4C67-BC34-DF7C83873469}" dt="2024-11-02T09:34:23.164" v="562" actId="47"/>
        <pc:sldMkLst>
          <pc:docMk/>
          <pc:sldMk cId="0" sldId="373"/>
        </pc:sldMkLst>
      </pc:sldChg>
      <pc:sldChg chg="del">
        <pc:chgData name="Jing, Zeyu" userId="5a03f724-6c63-4288-9783-bde89fb6422a" providerId="ADAL" clId="{4132E890-7B71-4C67-BC34-DF7C83873469}" dt="2024-11-02T09:34:22.134" v="561" actId="47"/>
        <pc:sldMkLst>
          <pc:docMk/>
          <pc:sldMk cId="0" sldId="374"/>
        </pc:sldMkLst>
      </pc:sldChg>
      <pc:sldChg chg="del">
        <pc:chgData name="Jing, Zeyu" userId="5a03f724-6c63-4288-9783-bde89fb6422a" providerId="ADAL" clId="{4132E890-7B71-4C67-BC34-DF7C83873469}" dt="2024-11-02T12:43:56.357" v="3728" actId="2696"/>
        <pc:sldMkLst>
          <pc:docMk/>
          <pc:sldMk cId="3507275220" sldId="378"/>
        </pc:sldMkLst>
      </pc:sldChg>
      <pc:sldChg chg="addSp delSp modSp new del mod">
        <pc:chgData name="Jing, Zeyu" userId="5a03f724-6c63-4288-9783-bde89fb6422a" providerId="ADAL" clId="{4132E890-7B71-4C67-BC34-DF7C83873469}" dt="2024-11-02T09:35:14.011" v="608" actId="2696"/>
        <pc:sldMkLst>
          <pc:docMk/>
          <pc:sldMk cId="1691403806" sldId="379"/>
        </pc:sldMkLst>
        <pc:spChg chg="del">
          <ac:chgData name="Jing, Zeyu" userId="5a03f724-6c63-4288-9783-bde89fb6422a" providerId="ADAL" clId="{4132E890-7B71-4C67-BC34-DF7C83873469}" dt="2024-11-02T09:29:10.538" v="324" actId="478"/>
          <ac:spMkLst>
            <pc:docMk/>
            <pc:sldMk cId="1691403806" sldId="379"/>
            <ac:spMk id="2" creationId="{D45C3873-5713-52A7-B260-F5AD16EF0C4B}"/>
          </ac:spMkLst>
        </pc:spChg>
        <pc:spChg chg="add mod">
          <ac:chgData name="Jing, Zeyu" userId="5a03f724-6c63-4288-9783-bde89fb6422a" providerId="ADAL" clId="{4132E890-7B71-4C67-BC34-DF7C83873469}" dt="2024-11-02T09:33:34.285" v="550" actId="20577"/>
          <ac:spMkLst>
            <pc:docMk/>
            <pc:sldMk cId="1691403806" sldId="379"/>
            <ac:spMk id="3" creationId="{E93B12EE-824C-10A5-6241-1F3F3A9DB875}"/>
          </ac:spMkLst>
        </pc:spChg>
      </pc:sldChg>
      <pc:sldChg chg="new del">
        <pc:chgData name="Jing, Zeyu" userId="5a03f724-6c63-4288-9783-bde89fb6422a" providerId="ADAL" clId="{4132E890-7B71-4C67-BC34-DF7C83873469}" dt="2024-11-02T09:18:52.687" v="123" actId="47"/>
        <pc:sldMkLst>
          <pc:docMk/>
          <pc:sldMk cId="3199338041" sldId="379"/>
        </pc:sldMkLst>
      </pc:sldChg>
      <pc:sldChg chg="addSp delSp modSp new mod">
        <pc:chgData name="Jing, Zeyu" userId="5a03f724-6c63-4288-9783-bde89fb6422a" providerId="ADAL" clId="{4132E890-7B71-4C67-BC34-DF7C83873469}" dt="2024-11-02T10:44:36.292" v="676" actId="1076"/>
        <pc:sldMkLst>
          <pc:docMk/>
          <pc:sldMk cId="780845773" sldId="380"/>
        </pc:sldMkLst>
        <pc:spChg chg="del mod">
          <ac:chgData name="Jing, Zeyu" userId="5a03f724-6c63-4288-9783-bde89fb6422a" providerId="ADAL" clId="{4132E890-7B71-4C67-BC34-DF7C83873469}" dt="2024-11-02T10:44:30.820" v="674" actId="478"/>
          <ac:spMkLst>
            <pc:docMk/>
            <pc:sldMk cId="780845773" sldId="380"/>
            <ac:spMk id="2" creationId="{5C21A674-708E-1FBF-1755-1AB6CB299BB0}"/>
          </ac:spMkLst>
        </pc:spChg>
        <pc:spChg chg="add del">
          <ac:chgData name="Jing, Zeyu" userId="5a03f724-6c63-4288-9783-bde89fb6422a" providerId="ADAL" clId="{4132E890-7B71-4C67-BC34-DF7C83873469}" dt="2024-11-02T09:34:58.323" v="602" actId="22"/>
          <ac:spMkLst>
            <pc:docMk/>
            <pc:sldMk cId="780845773" sldId="380"/>
            <ac:spMk id="4" creationId="{134D1439-156F-061F-F916-94F9E537384A}"/>
          </ac:spMkLst>
        </pc:spChg>
        <pc:spChg chg="add del mod">
          <ac:chgData name="Jing, Zeyu" userId="5a03f724-6c63-4288-9783-bde89fb6422a" providerId="ADAL" clId="{4132E890-7B71-4C67-BC34-DF7C83873469}" dt="2024-11-02T10:44:33.351" v="675" actId="478"/>
          <ac:spMkLst>
            <pc:docMk/>
            <pc:sldMk cId="780845773" sldId="380"/>
            <ac:spMk id="4" creationId="{CFEFCA7A-3896-F2B8-4864-132CB8B06BF3}"/>
          </ac:spMkLst>
        </pc:spChg>
        <pc:picChg chg="add mod">
          <ac:chgData name="Jing, Zeyu" userId="5a03f724-6c63-4288-9783-bde89fb6422a" providerId="ADAL" clId="{4132E890-7B71-4C67-BC34-DF7C83873469}" dt="2024-11-02T10:44:36.292" v="676" actId="1076"/>
          <ac:picMkLst>
            <pc:docMk/>
            <pc:sldMk cId="780845773" sldId="380"/>
            <ac:picMk id="6" creationId="{0B35312F-1D56-C963-7611-A17BF46A7A59}"/>
          </ac:picMkLst>
        </pc:picChg>
      </pc:sldChg>
      <pc:sldChg chg="addSp delSp modSp new mod">
        <pc:chgData name="Jing, Zeyu" userId="5a03f724-6c63-4288-9783-bde89fb6422a" providerId="ADAL" clId="{4132E890-7B71-4C67-BC34-DF7C83873469}" dt="2024-11-02T10:47:39.798" v="742" actId="1076"/>
        <pc:sldMkLst>
          <pc:docMk/>
          <pc:sldMk cId="1257627655" sldId="381"/>
        </pc:sldMkLst>
        <pc:spChg chg="mod">
          <ac:chgData name="Jing, Zeyu" userId="5a03f724-6c63-4288-9783-bde89fb6422a" providerId="ADAL" clId="{4132E890-7B71-4C67-BC34-DF7C83873469}" dt="2024-11-02T10:45:32.465" v="678" actId="404"/>
          <ac:spMkLst>
            <pc:docMk/>
            <pc:sldMk cId="1257627655" sldId="381"/>
            <ac:spMk id="2" creationId="{DC7DF9D5-236D-851F-39E7-8CD0CBD09FA0}"/>
          </ac:spMkLst>
        </pc:spChg>
        <pc:spChg chg="add del mod">
          <ac:chgData name="Jing, Zeyu" userId="5a03f724-6c63-4288-9783-bde89fb6422a" providerId="ADAL" clId="{4132E890-7B71-4C67-BC34-DF7C83873469}" dt="2024-11-02T10:45:52.853" v="686" actId="478"/>
          <ac:spMkLst>
            <pc:docMk/>
            <pc:sldMk cId="1257627655" sldId="381"/>
            <ac:spMk id="5" creationId="{9DCD6B7F-ECB5-AC95-00F5-BC81A9549193}"/>
          </ac:spMkLst>
        </pc:spChg>
        <pc:spChg chg="add del mod">
          <ac:chgData name="Jing, Zeyu" userId="5a03f724-6c63-4288-9783-bde89fb6422a" providerId="ADAL" clId="{4132E890-7B71-4C67-BC34-DF7C83873469}" dt="2024-11-02T10:46:55.502" v="726" actId="478"/>
          <ac:spMkLst>
            <pc:docMk/>
            <pc:sldMk cId="1257627655" sldId="381"/>
            <ac:spMk id="6" creationId="{9335AA0D-B80F-B8B9-DBDC-65AFCFAC3C1D}"/>
          </ac:spMkLst>
        </pc:spChg>
        <pc:spChg chg="add mod">
          <ac:chgData name="Jing, Zeyu" userId="5a03f724-6c63-4288-9783-bde89fb6422a" providerId="ADAL" clId="{4132E890-7B71-4C67-BC34-DF7C83873469}" dt="2024-11-02T10:47:39.798" v="742" actId="1076"/>
          <ac:spMkLst>
            <pc:docMk/>
            <pc:sldMk cId="1257627655" sldId="381"/>
            <ac:spMk id="7" creationId="{51A2A1DC-F705-E31A-7F9C-06AE6C7EBAA4}"/>
          </ac:spMkLst>
        </pc:spChg>
        <pc:picChg chg="add mod modCrop">
          <ac:chgData name="Jing, Zeyu" userId="5a03f724-6c63-4288-9783-bde89fb6422a" providerId="ADAL" clId="{4132E890-7B71-4C67-BC34-DF7C83873469}" dt="2024-11-02T10:47:03.422" v="729" actId="14100"/>
          <ac:picMkLst>
            <pc:docMk/>
            <pc:sldMk cId="1257627655" sldId="381"/>
            <ac:picMk id="4" creationId="{C41CD86B-1F7E-F2B2-35AB-82491480013D}"/>
          </ac:picMkLst>
        </pc:picChg>
      </pc:sldChg>
      <pc:sldChg chg="addSp delSp modSp new mod">
        <pc:chgData name="Jing, Zeyu" userId="5a03f724-6c63-4288-9783-bde89fb6422a" providerId="ADAL" clId="{4132E890-7B71-4C67-BC34-DF7C83873469}" dt="2024-11-02T11:21:26.678" v="2451" actId="948"/>
        <pc:sldMkLst>
          <pc:docMk/>
          <pc:sldMk cId="533145544" sldId="382"/>
        </pc:sldMkLst>
        <pc:spChg chg="del mod">
          <ac:chgData name="Jing, Zeyu" userId="5a03f724-6c63-4288-9783-bde89fb6422a" providerId="ADAL" clId="{4132E890-7B71-4C67-BC34-DF7C83873469}" dt="2024-11-02T10:50:49.931" v="767" actId="478"/>
          <ac:spMkLst>
            <pc:docMk/>
            <pc:sldMk cId="533145544" sldId="382"/>
            <ac:spMk id="2" creationId="{40BE108A-BC5E-8F54-56AE-B0D10ACAC575}"/>
          </ac:spMkLst>
        </pc:spChg>
        <pc:spChg chg="add del mod">
          <ac:chgData name="Jing, Zeyu" userId="5a03f724-6c63-4288-9783-bde89fb6422a" providerId="ADAL" clId="{4132E890-7B71-4C67-BC34-DF7C83873469}" dt="2024-11-02T10:50:52.754" v="768" actId="478"/>
          <ac:spMkLst>
            <pc:docMk/>
            <pc:sldMk cId="533145544" sldId="382"/>
            <ac:spMk id="6" creationId="{1DD704DA-F451-4C45-4962-02D6DE167848}"/>
          </ac:spMkLst>
        </pc:spChg>
        <pc:spChg chg="add del mod">
          <ac:chgData name="Jing, Zeyu" userId="5a03f724-6c63-4288-9783-bde89fb6422a" providerId="ADAL" clId="{4132E890-7B71-4C67-BC34-DF7C83873469}" dt="2024-11-02T10:51:06.185" v="771" actId="478"/>
          <ac:spMkLst>
            <pc:docMk/>
            <pc:sldMk cId="533145544" sldId="382"/>
            <ac:spMk id="7" creationId="{76F04756-891A-51D0-453B-E4F6ED24D444}"/>
          </ac:spMkLst>
        </pc:spChg>
        <pc:spChg chg="add del mod">
          <ac:chgData name="Jing, Zeyu" userId="5a03f724-6c63-4288-9783-bde89fb6422a" providerId="ADAL" clId="{4132E890-7B71-4C67-BC34-DF7C83873469}" dt="2024-11-02T10:51:30.357" v="777" actId="478"/>
          <ac:spMkLst>
            <pc:docMk/>
            <pc:sldMk cId="533145544" sldId="382"/>
            <ac:spMk id="8" creationId="{17A28A96-EB43-A427-7131-0FC19B84495B}"/>
          </ac:spMkLst>
        </pc:spChg>
        <pc:spChg chg="add mod">
          <ac:chgData name="Jing, Zeyu" userId="5a03f724-6c63-4288-9783-bde89fb6422a" providerId="ADAL" clId="{4132E890-7B71-4C67-BC34-DF7C83873469}" dt="2024-11-02T11:21:26.678" v="2451" actId="948"/>
          <ac:spMkLst>
            <pc:docMk/>
            <pc:sldMk cId="533145544" sldId="382"/>
            <ac:spMk id="9" creationId="{8904382B-B517-2935-1A41-81EB7BECEA11}"/>
          </ac:spMkLst>
        </pc:spChg>
        <pc:spChg chg="add del mod">
          <ac:chgData name="Jing, Zeyu" userId="5a03f724-6c63-4288-9783-bde89fb6422a" providerId="ADAL" clId="{4132E890-7B71-4C67-BC34-DF7C83873469}" dt="2024-11-02T10:52:51.245" v="849" actId="478"/>
          <ac:spMkLst>
            <pc:docMk/>
            <pc:sldMk cId="533145544" sldId="382"/>
            <ac:spMk id="10" creationId="{551A0BD7-41D3-F01F-BE5D-660C8132332C}"/>
          </ac:spMkLst>
        </pc:spChg>
        <pc:picChg chg="add mod">
          <ac:chgData name="Jing, Zeyu" userId="5a03f724-6c63-4288-9783-bde89fb6422a" providerId="ADAL" clId="{4132E890-7B71-4C67-BC34-DF7C83873469}" dt="2024-11-02T10:50:58.082" v="769" actId="1076"/>
          <ac:picMkLst>
            <pc:docMk/>
            <pc:sldMk cId="533145544" sldId="382"/>
            <ac:picMk id="4" creationId="{B1738247-0899-D653-CEE5-982F961AB791}"/>
          </ac:picMkLst>
        </pc:picChg>
        <pc:cxnChg chg="add del">
          <ac:chgData name="Jing, Zeyu" userId="5a03f724-6c63-4288-9783-bde89fb6422a" providerId="ADAL" clId="{4132E890-7B71-4C67-BC34-DF7C83873469}" dt="2024-11-02T10:52:37.475" v="846" actId="478"/>
          <ac:cxnSpMkLst>
            <pc:docMk/>
            <pc:sldMk cId="533145544" sldId="382"/>
            <ac:cxnSpMk id="12" creationId="{206F3BD1-C004-24AA-3D56-D2B81B40F0F5}"/>
          </ac:cxnSpMkLst>
        </pc:cxnChg>
        <pc:cxnChg chg="add del mod">
          <ac:chgData name="Jing, Zeyu" userId="5a03f724-6c63-4288-9783-bde89fb6422a" providerId="ADAL" clId="{4132E890-7B71-4C67-BC34-DF7C83873469}" dt="2024-11-02T10:52:49.733" v="848" actId="478"/>
          <ac:cxnSpMkLst>
            <pc:docMk/>
            <pc:sldMk cId="533145544" sldId="382"/>
            <ac:cxnSpMk id="14" creationId="{0D50DC98-1CAA-F78D-EFB2-CF0869D610F0}"/>
          </ac:cxnSpMkLst>
        </pc:cxnChg>
      </pc:sldChg>
      <pc:sldChg chg="delSp new del mod">
        <pc:chgData name="Jing, Zeyu" userId="5a03f724-6c63-4288-9783-bde89fb6422a" providerId="ADAL" clId="{4132E890-7B71-4C67-BC34-DF7C83873469}" dt="2024-11-02T11:13:19.724" v="1870" actId="47"/>
        <pc:sldMkLst>
          <pc:docMk/>
          <pc:sldMk cId="905561896" sldId="383"/>
        </pc:sldMkLst>
        <pc:spChg chg="del">
          <ac:chgData name="Jing, Zeyu" userId="5a03f724-6c63-4288-9783-bde89fb6422a" providerId="ADAL" clId="{4132E890-7B71-4C67-BC34-DF7C83873469}" dt="2024-11-02T11:13:16.085" v="1869" actId="478"/>
          <ac:spMkLst>
            <pc:docMk/>
            <pc:sldMk cId="905561896" sldId="383"/>
            <ac:spMk id="2" creationId="{16FBBBFB-A5B1-4154-E248-22C6941768BD}"/>
          </ac:spMkLst>
        </pc:spChg>
      </pc:sldChg>
      <pc:sldChg chg="addSp delSp modSp new mod">
        <pc:chgData name="Jing, Zeyu" userId="5a03f724-6c63-4288-9783-bde89fb6422a" providerId="ADAL" clId="{4132E890-7B71-4C67-BC34-DF7C83873469}" dt="2024-11-02T11:32:28.585" v="3067" actId="1076"/>
        <pc:sldMkLst>
          <pc:docMk/>
          <pc:sldMk cId="2546932749" sldId="383"/>
        </pc:sldMkLst>
        <pc:spChg chg="del">
          <ac:chgData name="Jing, Zeyu" userId="5a03f724-6c63-4288-9783-bde89fb6422a" providerId="ADAL" clId="{4132E890-7B71-4C67-BC34-DF7C83873469}" dt="2024-11-02T11:13:24.236" v="1872" actId="478"/>
          <ac:spMkLst>
            <pc:docMk/>
            <pc:sldMk cId="2546932749" sldId="383"/>
            <ac:spMk id="2" creationId="{E4C6BACC-E097-6DB1-63A0-48F76BE819B1}"/>
          </ac:spMkLst>
        </pc:spChg>
        <pc:spChg chg="add mod">
          <ac:chgData name="Jing, Zeyu" userId="5a03f724-6c63-4288-9783-bde89fb6422a" providerId="ADAL" clId="{4132E890-7B71-4C67-BC34-DF7C83873469}" dt="2024-11-02T11:32:28.585" v="3067" actId="1076"/>
          <ac:spMkLst>
            <pc:docMk/>
            <pc:sldMk cId="2546932749" sldId="383"/>
            <ac:spMk id="3" creationId="{78AD9C8C-134A-5910-B1F4-9349D6AEBE4B}"/>
          </ac:spMkLst>
        </pc:spChg>
      </pc:sldChg>
      <pc:sldChg chg="addSp modSp new mod">
        <pc:chgData name="Jing, Zeyu" userId="5a03f724-6c63-4288-9783-bde89fb6422a" providerId="ADAL" clId="{4132E890-7B71-4C67-BC34-DF7C83873469}" dt="2024-11-02T11:31:16.199" v="3058" actId="114"/>
        <pc:sldMkLst>
          <pc:docMk/>
          <pc:sldMk cId="1993487042" sldId="384"/>
        </pc:sldMkLst>
        <pc:spChg chg="mod">
          <ac:chgData name="Jing, Zeyu" userId="5a03f724-6c63-4288-9783-bde89fb6422a" providerId="ADAL" clId="{4132E890-7B71-4C67-BC34-DF7C83873469}" dt="2024-11-02T11:26:09.199" v="2864" actId="20577"/>
          <ac:spMkLst>
            <pc:docMk/>
            <pc:sldMk cId="1993487042" sldId="384"/>
            <ac:spMk id="2" creationId="{00FD527A-B971-BB6F-66D2-56D0039507DA}"/>
          </ac:spMkLst>
        </pc:spChg>
        <pc:spChg chg="add mod">
          <ac:chgData name="Jing, Zeyu" userId="5a03f724-6c63-4288-9783-bde89fb6422a" providerId="ADAL" clId="{4132E890-7B71-4C67-BC34-DF7C83873469}" dt="2024-11-02T11:31:16.199" v="3058" actId="114"/>
          <ac:spMkLst>
            <pc:docMk/>
            <pc:sldMk cId="1993487042" sldId="384"/>
            <ac:spMk id="3" creationId="{90D128D3-E7CD-9D5B-EF7F-EE1C9D489697}"/>
          </ac:spMkLst>
        </pc:spChg>
      </pc:sldChg>
      <pc:sldChg chg="addSp delSp modSp new mod">
        <pc:chgData name="Jing, Zeyu" userId="5a03f724-6c63-4288-9783-bde89fb6422a" providerId="ADAL" clId="{4132E890-7B71-4C67-BC34-DF7C83873469}" dt="2024-11-02T12:33:05.604" v="3428" actId="1076"/>
        <pc:sldMkLst>
          <pc:docMk/>
          <pc:sldMk cId="2769220474" sldId="385"/>
        </pc:sldMkLst>
        <pc:spChg chg="mod">
          <ac:chgData name="Jing, Zeyu" userId="5a03f724-6c63-4288-9783-bde89fb6422a" providerId="ADAL" clId="{4132E890-7B71-4C67-BC34-DF7C83873469}" dt="2024-11-02T11:34:18.752" v="3084" actId="1076"/>
          <ac:spMkLst>
            <pc:docMk/>
            <pc:sldMk cId="2769220474" sldId="385"/>
            <ac:spMk id="2" creationId="{240C3D7A-632B-7923-AEDA-E933820E1CD4}"/>
          </ac:spMkLst>
        </pc:spChg>
        <pc:spChg chg="add del mod">
          <ac:chgData name="Jing, Zeyu" userId="5a03f724-6c63-4288-9783-bde89fb6422a" providerId="ADAL" clId="{4132E890-7B71-4C67-BC34-DF7C83873469}" dt="2024-11-02T11:36:30.547" v="3124"/>
          <ac:spMkLst>
            <pc:docMk/>
            <pc:sldMk cId="2769220474" sldId="385"/>
            <ac:spMk id="5" creationId="{38385791-085C-637D-EB4B-BFBD1E0CE57A}"/>
          </ac:spMkLst>
        </pc:spChg>
        <pc:spChg chg="add mod">
          <ac:chgData name="Jing, Zeyu" userId="5a03f724-6c63-4288-9783-bde89fb6422a" providerId="ADAL" clId="{4132E890-7B71-4C67-BC34-DF7C83873469}" dt="2024-11-02T12:33:05.604" v="3428" actId="1076"/>
          <ac:spMkLst>
            <pc:docMk/>
            <pc:sldMk cId="2769220474" sldId="385"/>
            <ac:spMk id="7" creationId="{7C5150E6-97A7-C8F8-9EE4-ABBB2215E473}"/>
          </ac:spMkLst>
        </pc:spChg>
        <pc:picChg chg="add mod modCrop">
          <ac:chgData name="Jing, Zeyu" userId="5a03f724-6c63-4288-9783-bde89fb6422a" providerId="ADAL" clId="{4132E890-7B71-4C67-BC34-DF7C83873469}" dt="2024-11-02T11:37:09.642" v="3137" actId="1076"/>
          <ac:picMkLst>
            <pc:docMk/>
            <pc:sldMk cId="2769220474" sldId="385"/>
            <ac:picMk id="4" creationId="{2CE08D36-ED20-EB31-456D-17AD949B77F3}"/>
          </ac:picMkLst>
        </pc:picChg>
      </pc:sldChg>
      <pc:sldChg chg="addSp modSp new mod">
        <pc:chgData name="Jing, Zeyu" userId="5a03f724-6c63-4288-9783-bde89fb6422a" providerId="ADAL" clId="{4132E890-7B71-4C67-BC34-DF7C83873469}" dt="2024-11-02T12:16:09.855" v="3240" actId="208"/>
        <pc:sldMkLst>
          <pc:docMk/>
          <pc:sldMk cId="969496770" sldId="386"/>
        </pc:sldMkLst>
        <pc:spChg chg="mod">
          <ac:chgData name="Jing, Zeyu" userId="5a03f724-6c63-4288-9783-bde89fb6422a" providerId="ADAL" clId="{4132E890-7B71-4C67-BC34-DF7C83873469}" dt="2024-11-02T11:37:55.973" v="3212" actId="20577"/>
          <ac:spMkLst>
            <pc:docMk/>
            <pc:sldMk cId="969496770" sldId="386"/>
            <ac:spMk id="2" creationId="{1DB5E82E-EA6A-5AD1-DB35-8508FE7184CF}"/>
          </ac:spMkLst>
        </pc:spChg>
        <pc:spChg chg="add mod">
          <ac:chgData name="Jing, Zeyu" userId="5a03f724-6c63-4288-9783-bde89fb6422a" providerId="ADAL" clId="{4132E890-7B71-4C67-BC34-DF7C83873469}" dt="2024-11-02T12:15:44.865" v="3232" actId="1582"/>
          <ac:spMkLst>
            <pc:docMk/>
            <pc:sldMk cId="969496770" sldId="386"/>
            <ac:spMk id="6" creationId="{0E0A7879-466B-C0D9-BB92-CAC40C5B9F7D}"/>
          </ac:spMkLst>
        </pc:spChg>
        <pc:spChg chg="add mod">
          <ac:chgData name="Jing, Zeyu" userId="5a03f724-6c63-4288-9783-bde89fb6422a" providerId="ADAL" clId="{4132E890-7B71-4C67-BC34-DF7C83873469}" dt="2024-11-02T12:16:09.855" v="3240" actId="208"/>
          <ac:spMkLst>
            <pc:docMk/>
            <pc:sldMk cId="969496770" sldId="386"/>
            <ac:spMk id="7" creationId="{AC3336F3-7AE5-2574-D5F3-09EEF7807FA1}"/>
          </ac:spMkLst>
        </pc:spChg>
        <pc:picChg chg="add mod">
          <ac:chgData name="Jing, Zeyu" userId="5a03f724-6c63-4288-9783-bde89fb6422a" providerId="ADAL" clId="{4132E890-7B71-4C67-BC34-DF7C83873469}" dt="2024-11-02T12:14:52.118" v="3217" actId="14100"/>
          <ac:picMkLst>
            <pc:docMk/>
            <pc:sldMk cId="969496770" sldId="386"/>
            <ac:picMk id="4" creationId="{37D74BF3-F6D4-40E0-09F0-9923174CE539}"/>
          </ac:picMkLst>
        </pc:picChg>
        <pc:picChg chg="add mod modCrop">
          <ac:chgData name="Jing, Zeyu" userId="5a03f724-6c63-4288-9783-bde89fb6422a" providerId="ADAL" clId="{4132E890-7B71-4C67-BC34-DF7C83873469}" dt="2024-11-02T12:15:24.676" v="3227" actId="1076"/>
          <ac:picMkLst>
            <pc:docMk/>
            <pc:sldMk cId="969496770" sldId="386"/>
            <ac:picMk id="5" creationId="{B00C7FDC-9385-4B10-B433-7350252F295E}"/>
          </ac:picMkLst>
        </pc:picChg>
      </pc:sldChg>
      <pc:sldChg chg="addSp modSp new mod">
        <pc:chgData name="Jing, Zeyu" userId="5a03f724-6c63-4288-9783-bde89fb6422a" providerId="ADAL" clId="{4132E890-7B71-4C67-BC34-DF7C83873469}" dt="2024-11-02T12:22:53.728" v="3397" actId="207"/>
        <pc:sldMkLst>
          <pc:docMk/>
          <pc:sldMk cId="3386697050" sldId="387"/>
        </pc:sldMkLst>
        <pc:spChg chg="mod">
          <ac:chgData name="Jing, Zeyu" userId="5a03f724-6c63-4288-9783-bde89fb6422a" providerId="ADAL" clId="{4132E890-7B71-4C67-BC34-DF7C83873469}" dt="2024-11-02T12:17:31.894" v="3263" actId="404"/>
          <ac:spMkLst>
            <pc:docMk/>
            <pc:sldMk cId="3386697050" sldId="387"/>
            <ac:spMk id="2" creationId="{906863C2-6F65-3BC9-6CB2-A75902F19CFB}"/>
          </ac:spMkLst>
        </pc:spChg>
        <pc:spChg chg="add mod">
          <ac:chgData name="Jing, Zeyu" userId="5a03f724-6c63-4288-9783-bde89fb6422a" providerId="ADAL" clId="{4132E890-7B71-4C67-BC34-DF7C83873469}" dt="2024-11-02T12:22:53.728" v="3397" actId="207"/>
          <ac:spMkLst>
            <pc:docMk/>
            <pc:sldMk cId="3386697050" sldId="387"/>
            <ac:spMk id="3" creationId="{3A18890E-1C3A-0315-406E-574863CB2BF2}"/>
          </ac:spMkLst>
        </pc:spChg>
      </pc:sldChg>
      <pc:sldChg chg="addSp delSp modSp new mod">
        <pc:chgData name="Jing, Zeyu" userId="5a03f724-6c63-4288-9783-bde89fb6422a" providerId="ADAL" clId="{4132E890-7B71-4C67-BC34-DF7C83873469}" dt="2024-11-02T12:37:10.235" v="3618" actId="1076"/>
        <pc:sldMkLst>
          <pc:docMk/>
          <pc:sldMk cId="165679891" sldId="388"/>
        </pc:sldMkLst>
        <pc:spChg chg="del">
          <ac:chgData name="Jing, Zeyu" userId="5a03f724-6c63-4288-9783-bde89fb6422a" providerId="ADAL" clId="{4132E890-7B71-4C67-BC34-DF7C83873469}" dt="2024-11-02T12:33:37.704" v="3431" actId="478"/>
          <ac:spMkLst>
            <pc:docMk/>
            <pc:sldMk cId="165679891" sldId="388"/>
            <ac:spMk id="2" creationId="{24434B41-3A4D-764F-CD2A-302E8EC992D4}"/>
          </ac:spMkLst>
        </pc:spChg>
        <pc:spChg chg="add mod">
          <ac:chgData name="Jing, Zeyu" userId="5a03f724-6c63-4288-9783-bde89fb6422a" providerId="ADAL" clId="{4132E890-7B71-4C67-BC34-DF7C83873469}" dt="2024-11-02T12:37:10.235" v="3618" actId="1076"/>
          <ac:spMkLst>
            <pc:docMk/>
            <pc:sldMk cId="165679891" sldId="388"/>
            <ac:spMk id="3" creationId="{2965DA1A-A1F2-9038-22AD-C00487CBF17A}"/>
          </ac:spMkLst>
        </pc:spChg>
      </pc:sldChg>
      <pc:sldChg chg="addSp delSp modSp new mod">
        <pc:chgData name="Jing, Zeyu" userId="5a03f724-6c63-4288-9783-bde89fb6422a" providerId="ADAL" clId="{4132E890-7B71-4C67-BC34-DF7C83873469}" dt="2024-11-02T12:41:49.466" v="3626" actId="1076"/>
        <pc:sldMkLst>
          <pc:docMk/>
          <pc:sldMk cId="923558191" sldId="389"/>
        </pc:sldMkLst>
        <pc:spChg chg="del mod">
          <ac:chgData name="Jing, Zeyu" userId="5a03f724-6c63-4288-9783-bde89fb6422a" providerId="ADAL" clId="{4132E890-7B71-4C67-BC34-DF7C83873469}" dt="2024-11-02T12:41:43.036" v="3623" actId="478"/>
          <ac:spMkLst>
            <pc:docMk/>
            <pc:sldMk cId="923558191" sldId="389"/>
            <ac:spMk id="2" creationId="{1000001E-D38E-543B-9511-B565BE72389A}"/>
          </ac:spMkLst>
        </pc:spChg>
        <pc:picChg chg="add mod">
          <ac:chgData name="Jing, Zeyu" userId="5a03f724-6c63-4288-9783-bde89fb6422a" providerId="ADAL" clId="{4132E890-7B71-4C67-BC34-DF7C83873469}" dt="2024-11-02T12:41:49.466" v="3626" actId="1076"/>
          <ac:picMkLst>
            <pc:docMk/>
            <pc:sldMk cId="923558191" sldId="389"/>
            <ac:picMk id="4" creationId="{1A5C3BE1-88A7-1E92-52B8-282AE6B5C180}"/>
          </ac:picMkLst>
        </pc:picChg>
      </pc:sldChg>
      <pc:sldChg chg="modSp new mod">
        <pc:chgData name="Jing, Zeyu" userId="5a03f724-6c63-4288-9783-bde89fb6422a" providerId="ADAL" clId="{4132E890-7B71-4C67-BC34-DF7C83873469}" dt="2024-11-02T12:43:14.890" v="3717" actId="20577"/>
        <pc:sldMkLst>
          <pc:docMk/>
          <pc:sldMk cId="4236289834" sldId="390"/>
        </pc:sldMkLst>
        <pc:spChg chg="mod">
          <ac:chgData name="Jing, Zeyu" userId="5a03f724-6c63-4288-9783-bde89fb6422a" providerId="ADAL" clId="{4132E890-7B71-4C67-BC34-DF7C83873469}" dt="2024-11-02T12:43:14.890" v="3717" actId="20577"/>
          <ac:spMkLst>
            <pc:docMk/>
            <pc:sldMk cId="4236289834" sldId="390"/>
            <ac:spMk id="2" creationId="{F189AFB0-6F6E-6BC3-05D1-E9F1CF9FFE2D}"/>
          </ac:spMkLst>
        </pc:spChg>
      </pc:sldChg>
      <pc:sldMasterChg chg="delSldLayout">
        <pc:chgData name="Jing, Zeyu" userId="5a03f724-6c63-4288-9783-bde89fb6422a" providerId="ADAL" clId="{4132E890-7B71-4C67-BC34-DF7C83873469}" dt="2024-11-02T09:18:58.006" v="124" actId="47"/>
        <pc:sldMasterMkLst>
          <pc:docMk/>
          <pc:sldMasterMk cId="0" sldId="2147483648"/>
        </pc:sldMasterMkLst>
        <pc:sldLayoutChg chg="del">
          <pc:chgData name="Jing, Zeyu" userId="5a03f724-6c63-4288-9783-bde89fb6422a" providerId="ADAL" clId="{4132E890-7B71-4C67-BC34-DF7C83873469}" dt="2024-11-02T09:18:58.006" v="124" actId="47"/>
          <pc:sldLayoutMkLst>
            <pc:docMk/>
            <pc:sldMasterMk cId="0" sldId="2147483648"/>
            <pc:sldLayoutMk cId="3534026306" sldId="2147483665"/>
          </pc:sldLayoutMkLst>
        </pc:sldLayoutChg>
      </pc:sldMasterChg>
      <pc:sldMasterChg chg="modSp del delSldLayout">
        <pc:chgData name="Jing, Zeyu" userId="5a03f724-6c63-4288-9783-bde89fb6422a" providerId="ADAL" clId="{4132E890-7B71-4C67-BC34-DF7C83873469}" dt="2024-11-02T09:34:19.447" v="559" actId="47"/>
        <pc:sldMasterMkLst>
          <pc:docMk/>
          <pc:sldMasterMk cId="0" sldId="2147483651"/>
        </pc:sldMasterMkLst>
        <pc:spChg chg="mod">
          <ac:chgData name="Jing, Zeyu" userId="5a03f724-6c63-4288-9783-bde89fb6422a" providerId="ADAL" clId="{4132E890-7B71-4C67-BC34-DF7C83873469}" dt="2024-11-02T09:25:11.736" v="294" actId="16037"/>
          <ac:spMkLst>
            <pc:docMk/>
            <pc:sldMasterMk cId="0" sldId="2147483651"/>
            <ac:spMk id="2" creationId="{00000000-0000-0000-0000-000000000000}"/>
          </ac:spMkLst>
        </pc:spChg>
        <pc:sldLayoutChg chg="del">
          <pc:chgData name="Jing, Zeyu" userId="5a03f724-6c63-4288-9783-bde89fb6422a" providerId="ADAL" clId="{4132E890-7B71-4C67-BC34-DF7C83873469}" dt="2024-11-02T09:34:19.447" v="559" actId="47"/>
          <pc:sldLayoutMkLst>
            <pc:docMk/>
            <pc:sldMasterMk cId="0" sldId="2147483651"/>
            <pc:sldLayoutMk cId="0" sldId="2147483652"/>
          </pc:sldLayoutMkLst>
        </pc:sldLayoutChg>
        <pc:sldLayoutChg chg="del">
          <pc:chgData name="Jing, Zeyu" userId="5a03f724-6c63-4288-9783-bde89fb6422a" providerId="ADAL" clId="{4132E890-7B71-4C67-BC34-DF7C83873469}" dt="2024-11-02T09:34:19.447" v="559" actId="47"/>
          <pc:sldLayoutMkLst>
            <pc:docMk/>
            <pc:sldMasterMk cId="0" sldId="2147483651"/>
            <pc:sldLayoutMk cId="0" sldId="2147483653"/>
          </pc:sldLayoutMkLst>
        </pc:sldLayoutChg>
        <pc:sldLayoutChg chg="del">
          <pc:chgData name="Jing, Zeyu" userId="5a03f724-6c63-4288-9783-bde89fb6422a" providerId="ADAL" clId="{4132E890-7B71-4C67-BC34-DF7C83873469}" dt="2024-11-02T09:34:19.447" v="559" actId="47"/>
          <pc:sldLayoutMkLst>
            <pc:docMk/>
            <pc:sldMasterMk cId="0" sldId="2147483651"/>
            <pc:sldLayoutMk cId="0" sldId="2147483654"/>
          </pc:sldLayoutMkLst>
        </pc:sldLayoutChg>
        <pc:sldLayoutChg chg="del">
          <pc:chgData name="Jing, Zeyu" userId="5a03f724-6c63-4288-9783-bde89fb6422a" providerId="ADAL" clId="{4132E890-7B71-4C67-BC34-DF7C83873469}" dt="2024-11-02T09:34:19.447" v="559" actId="47"/>
          <pc:sldLayoutMkLst>
            <pc:docMk/>
            <pc:sldMasterMk cId="0" sldId="2147483651"/>
            <pc:sldLayoutMk cId="0" sldId="2147483655"/>
          </pc:sldLayoutMkLst>
        </pc:sldLayoutChg>
        <pc:sldLayoutChg chg="del">
          <pc:chgData name="Jing, Zeyu" userId="5a03f724-6c63-4288-9783-bde89fb6422a" providerId="ADAL" clId="{4132E890-7B71-4C67-BC34-DF7C83873469}" dt="2024-11-02T09:34:19.447" v="559" actId="47"/>
          <pc:sldLayoutMkLst>
            <pc:docMk/>
            <pc:sldMasterMk cId="0" sldId="2147483651"/>
            <pc:sldLayoutMk cId="0" sldId="2147483656"/>
          </pc:sldLayoutMkLst>
        </pc:sldLayoutChg>
        <pc:sldLayoutChg chg="del">
          <pc:chgData name="Jing, Zeyu" userId="5a03f724-6c63-4288-9783-bde89fb6422a" providerId="ADAL" clId="{4132E890-7B71-4C67-BC34-DF7C83873469}" dt="2024-11-02T09:34:19.447" v="559" actId="47"/>
          <pc:sldLayoutMkLst>
            <pc:docMk/>
            <pc:sldMasterMk cId="0" sldId="2147483651"/>
            <pc:sldLayoutMk cId="0" sldId="2147483657"/>
          </pc:sldLayoutMkLst>
        </pc:sldLayoutChg>
        <pc:sldLayoutChg chg="del">
          <pc:chgData name="Jing, Zeyu" userId="5a03f724-6c63-4288-9783-bde89fb6422a" providerId="ADAL" clId="{4132E890-7B71-4C67-BC34-DF7C83873469}" dt="2024-11-02T09:34:19.447" v="559" actId="47"/>
          <pc:sldLayoutMkLst>
            <pc:docMk/>
            <pc:sldMasterMk cId="0" sldId="2147483651"/>
            <pc:sldLayoutMk cId="0" sldId="2147483658"/>
          </pc:sldLayoutMkLst>
        </pc:sldLayoutChg>
        <pc:sldLayoutChg chg="del">
          <pc:chgData name="Jing, Zeyu" userId="5a03f724-6c63-4288-9783-bde89fb6422a" providerId="ADAL" clId="{4132E890-7B71-4C67-BC34-DF7C83873469}" dt="2024-11-02T09:34:19.447" v="559" actId="47"/>
          <pc:sldLayoutMkLst>
            <pc:docMk/>
            <pc:sldMasterMk cId="0" sldId="2147483651"/>
            <pc:sldLayoutMk cId="0" sldId="2147483659"/>
          </pc:sldLayoutMkLst>
        </pc:sldLayoutChg>
        <pc:sldLayoutChg chg="del">
          <pc:chgData name="Jing, Zeyu" userId="5a03f724-6c63-4288-9783-bde89fb6422a" providerId="ADAL" clId="{4132E890-7B71-4C67-BC34-DF7C83873469}" dt="2024-11-02T09:34:19.447" v="559" actId="47"/>
          <pc:sldLayoutMkLst>
            <pc:docMk/>
            <pc:sldMasterMk cId="0" sldId="2147483651"/>
            <pc:sldLayoutMk cId="0" sldId="2147483660"/>
          </pc:sldLayoutMkLst>
        </pc:sldLayoutChg>
        <pc:sldLayoutChg chg="del">
          <pc:chgData name="Jing, Zeyu" userId="5a03f724-6c63-4288-9783-bde89fb6422a" providerId="ADAL" clId="{4132E890-7B71-4C67-BC34-DF7C83873469}" dt="2024-11-02T09:34:19.447" v="559" actId="47"/>
          <pc:sldLayoutMkLst>
            <pc:docMk/>
            <pc:sldMasterMk cId="0" sldId="2147483651"/>
            <pc:sldLayoutMk cId="0" sldId="2147483661"/>
          </pc:sldLayoutMkLst>
        </pc:sldLayoutChg>
        <pc:sldLayoutChg chg="del">
          <pc:chgData name="Jing, Zeyu" userId="5a03f724-6c63-4288-9783-bde89fb6422a" providerId="ADAL" clId="{4132E890-7B71-4C67-BC34-DF7C83873469}" dt="2024-11-02T09:34:19.447" v="559" actId="47"/>
          <pc:sldLayoutMkLst>
            <pc:docMk/>
            <pc:sldMasterMk cId="0" sldId="2147483651"/>
            <pc:sldLayoutMk cId="0" sldId="2147483662"/>
          </pc:sldLayoutMkLst>
        </pc:sldLayoutChg>
        <pc:sldLayoutChg chg="del">
          <pc:chgData name="Jing, Zeyu" userId="5a03f724-6c63-4288-9783-bde89fb6422a" providerId="ADAL" clId="{4132E890-7B71-4C67-BC34-DF7C83873469}" dt="2024-11-02T09:34:19.447" v="559" actId="47"/>
          <pc:sldLayoutMkLst>
            <pc:docMk/>
            <pc:sldMasterMk cId="0" sldId="2147483651"/>
            <pc:sldLayoutMk cId="0" sldId="2147483663"/>
          </pc:sldLayoutMkLst>
        </pc:sldLayoutChg>
        <pc:sldLayoutChg chg="del">
          <pc:chgData name="Jing, Zeyu" userId="5a03f724-6c63-4288-9783-bde89fb6422a" providerId="ADAL" clId="{4132E890-7B71-4C67-BC34-DF7C83873469}" dt="2024-11-02T09:34:17.313" v="558" actId="47"/>
          <pc:sldLayoutMkLst>
            <pc:docMk/>
            <pc:sldMasterMk cId="0" sldId="2147483651"/>
            <pc:sldLayoutMk cId="0" sldId="214748366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392F7EB-B192-402C-91CA-A64EA6B4FA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192BE0-770F-4F12-AE97-88FBEB6635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859F0-DAF3-404A-9662-7188874ABADE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E3EC8E9-2763-45F3-9253-05E6D50D5A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B0AFB2-7037-4C77-B5B9-753CC5EC80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5B500-880A-4ED9-89FF-B4A6BEEFC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363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0A44A-4D38-48A7-9D7C-ECFC6DB5196B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9C11C-D04B-4B83-A5E8-D873315BDD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93BF-772A-4C92-B1DC-E6EFAA9B7E24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9130-EB6A-4866-830C-2DB68EFB30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360B2F-B883-42C3-804A-3A2B6FDA9534}"/>
              </a:ext>
            </a:extLst>
          </p:cNvPr>
          <p:cNvSpPr txBox="1"/>
          <p:nvPr userDrawn="1"/>
        </p:nvSpPr>
        <p:spPr>
          <a:xfrm>
            <a:off x="159385" y="6363081"/>
            <a:ext cx="2634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求是 创新 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C93148-040C-477B-81EA-38124A4FBA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853" y="718788"/>
            <a:ext cx="6164292" cy="16551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93BF-772A-4C92-B1DC-E6EFAA9B7E24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9130-EB6A-4866-830C-2DB68EFB30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8EE3AA-76BF-4388-BBA0-9B9523650281}"/>
              </a:ext>
            </a:extLst>
          </p:cNvPr>
          <p:cNvSpPr txBox="1"/>
          <p:nvPr userDrawn="1"/>
        </p:nvSpPr>
        <p:spPr>
          <a:xfrm>
            <a:off x="159385" y="6363081"/>
            <a:ext cx="2634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求是 创新 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A93BF-772A-4C92-B1DC-E6EFAA9B7E24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F9130-EB6A-4866-830C-2DB68EFB30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55F44F7-4270-474D-B6A4-B57FF0099D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301729"/>
            <a:ext cx="12192000" cy="3298971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32807" y="2993919"/>
            <a:ext cx="101073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spc="-300" dirty="0">
                <a:solidFill>
                  <a:schemeClr val="bg1"/>
                </a:solidFill>
                <a:latin typeface="+mj-lt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2024-2025</a:t>
            </a:r>
            <a:r>
              <a:rPr lang="zh-CN" altLang="en-US" sz="6000" b="1" spc="-300" dirty="0">
                <a:solidFill>
                  <a:schemeClr val="bg1"/>
                </a:solidFill>
                <a:latin typeface="+mj-lt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学年社团报销培训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37100" y="4759051"/>
            <a:ext cx="306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+mj-lt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2024.11.3</a:t>
            </a:r>
            <a:endParaRPr lang="zh-CN" altLang="en-US" b="1" dirty="0">
              <a:solidFill>
                <a:schemeClr val="bg1"/>
              </a:solidFill>
              <a:latin typeface="+mj-lt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75200" y="4286734"/>
            <a:ext cx="302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lt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社团指导中心 财务组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F8821D-969F-4C9C-B1D2-8EBBD1502544}"/>
              </a:ext>
            </a:extLst>
          </p:cNvPr>
          <p:cNvSpPr txBox="1"/>
          <p:nvPr/>
        </p:nvSpPr>
        <p:spPr>
          <a:xfrm>
            <a:off x="4366251" y="5923680"/>
            <a:ext cx="3368230" cy="604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6000"/>
              </a:lnSpc>
            </a:pPr>
            <a:r>
              <a:rPr lang="en-US" altLang="zh-CN" sz="28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800" b="1" dirty="0">
                <a:solidFill>
                  <a:srgbClr val="0B418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求是 创新</a:t>
            </a:r>
            <a:r>
              <a:rPr lang="en-US" altLang="zh-CN" sz="2800" b="1" dirty="0">
                <a:solidFill>
                  <a:srgbClr val="0B41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zh-CN" altLang="en-US" sz="2800" b="1" dirty="0">
              <a:solidFill>
                <a:srgbClr val="0B418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D0C21E-BE5E-4545-9AED-C95CF86AB4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3861" y="187006"/>
            <a:ext cx="4862003" cy="1777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2934" y="0"/>
            <a:ext cx="4680659" cy="685800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90327" y="720843"/>
            <a:ext cx="3062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solidFill>
                  <a:srgbClr val="0B4189"/>
                </a:solidFill>
                <a:latin typeface="Arial" panose="020B0604020202020204" pitchFamily="34" charset="0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C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B4189"/>
                </a:solidFill>
                <a:effectLst/>
                <a:uLnTx/>
                <a:uFillTx/>
                <a:latin typeface="Arial" panose="020B0604020202020204" pitchFamily="34" charset="0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ONTENTS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B4189"/>
              </a:solidFill>
              <a:effectLst/>
              <a:uLnTx/>
              <a:uFillTx/>
              <a:latin typeface="Arial" panose="020B0604020202020204" pitchFamily="34" charset="0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290327" y="1912895"/>
            <a:ext cx="3218671" cy="646331"/>
            <a:chOff x="6588037" y="2227220"/>
            <a:chExt cx="3218671" cy="646331"/>
          </a:xfrm>
        </p:grpSpPr>
        <p:grpSp>
          <p:nvGrpSpPr>
            <p:cNvPr id="10" name="组合 9"/>
            <p:cNvGrpSpPr/>
            <p:nvPr/>
          </p:nvGrpSpPr>
          <p:grpSpPr>
            <a:xfrm>
              <a:off x="6588037" y="2227220"/>
              <a:ext cx="3218671" cy="646331"/>
              <a:chOff x="6588037" y="2227220"/>
              <a:chExt cx="3218671" cy="64633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588037" y="2227220"/>
                <a:ext cx="10207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B4189"/>
                    </a:solidFill>
                    <a:effectLst/>
                    <a:uLnTx/>
                    <a:uFillTx/>
                    <a:latin typeface="+mj-lt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01</a:t>
                </a:r>
                <a:endPara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B4189"/>
                  </a:solidFill>
                  <a:effectLst/>
                  <a:uLnTx/>
                  <a:uFillTx/>
                  <a:latin typeface="+mj-lt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7467606" y="2278143"/>
                <a:ext cx="23391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ea"/>
                    <a:ea typeface="+mj-ea"/>
                    <a:sym typeface="字魂105号-简雅黑" panose="00000500000000000000" pitchFamily="2" charset="-122"/>
                  </a:rPr>
                  <a:t>社团活动经费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18" name="直接连接符 17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6290327" y="2767134"/>
            <a:ext cx="3218671" cy="646331"/>
            <a:chOff x="6588037" y="2227220"/>
            <a:chExt cx="3218671" cy="646331"/>
          </a:xfrm>
        </p:grpSpPr>
        <p:grpSp>
          <p:nvGrpSpPr>
            <p:cNvPr id="22" name="组合 21"/>
            <p:cNvGrpSpPr/>
            <p:nvPr/>
          </p:nvGrpSpPr>
          <p:grpSpPr>
            <a:xfrm>
              <a:off x="6588037" y="2227220"/>
              <a:ext cx="3218671" cy="646331"/>
              <a:chOff x="6588037" y="2227220"/>
              <a:chExt cx="3218671" cy="646331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6588037" y="2227220"/>
                <a:ext cx="10207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B4189"/>
                    </a:solidFill>
                    <a:effectLst/>
                    <a:uLnTx/>
                    <a:uFillTx/>
                    <a:latin typeface="+mj-lt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02</a:t>
                </a:r>
                <a:endPara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B4189"/>
                  </a:solidFill>
                  <a:effectLst/>
                  <a:uLnTx/>
                  <a:uFillTx/>
                  <a:latin typeface="+mj-lt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7467606" y="2278143"/>
                <a:ext cx="23391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800" b="1" dirty="0">
                    <a:solidFill>
                      <a:prstClr val="black"/>
                    </a:solidFill>
                    <a:latin typeface="+mj-ea"/>
                    <a:ea typeface="+mj-ea"/>
                    <a:sym typeface="字魂105号-简雅黑" panose="00000500000000000000" pitchFamily="2" charset="-122"/>
                  </a:rPr>
                  <a:t>报销材料准备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23" name="直接连接符 22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6290327" y="3600109"/>
            <a:ext cx="2500526" cy="646331"/>
            <a:chOff x="6588037" y="2227220"/>
            <a:chExt cx="2500526" cy="646331"/>
          </a:xfrm>
        </p:grpSpPr>
        <p:grpSp>
          <p:nvGrpSpPr>
            <p:cNvPr id="27" name="组合 26"/>
            <p:cNvGrpSpPr/>
            <p:nvPr/>
          </p:nvGrpSpPr>
          <p:grpSpPr>
            <a:xfrm>
              <a:off x="6588037" y="2227220"/>
              <a:ext cx="2500526" cy="646331"/>
              <a:chOff x="6588037" y="2227220"/>
              <a:chExt cx="2500526" cy="646331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6588037" y="2227220"/>
                <a:ext cx="10207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B4189"/>
                    </a:solidFill>
                    <a:effectLst/>
                    <a:uLnTx/>
                    <a:uFillTx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03</a:t>
                </a:r>
                <a:endPara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B4189"/>
                  </a:solidFill>
                  <a:effectLst/>
                  <a:uLnTx/>
                  <a:uFillTx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7467606" y="2278143"/>
                <a:ext cx="162095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ea"/>
                    <a:ea typeface="+mj-ea"/>
                    <a:sym typeface="字魂105号-简雅黑" panose="00000500000000000000" pitchFamily="2" charset="-122"/>
                  </a:rPr>
                  <a:t>报销流程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28" name="直接连接符 27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/>
        </p:nvGrpSpPr>
        <p:grpSpPr>
          <a:xfrm>
            <a:off x="6290327" y="4411819"/>
            <a:ext cx="1862530" cy="646331"/>
            <a:chOff x="6588037" y="2227220"/>
            <a:chExt cx="1862530" cy="646331"/>
          </a:xfrm>
        </p:grpSpPr>
        <p:grpSp>
          <p:nvGrpSpPr>
            <p:cNvPr id="45" name="组合 44"/>
            <p:cNvGrpSpPr/>
            <p:nvPr/>
          </p:nvGrpSpPr>
          <p:grpSpPr>
            <a:xfrm>
              <a:off x="6588037" y="2227220"/>
              <a:ext cx="1862530" cy="646331"/>
              <a:chOff x="6588037" y="2227220"/>
              <a:chExt cx="1862530" cy="646331"/>
            </a:xfrm>
          </p:grpSpPr>
          <p:sp>
            <p:nvSpPr>
              <p:cNvPr id="47" name="文本框 46"/>
              <p:cNvSpPr txBox="1"/>
              <p:nvPr/>
            </p:nvSpPr>
            <p:spPr>
              <a:xfrm>
                <a:off x="6588037" y="2227220"/>
                <a:ext cx="10207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3600" b="1" dirty="0">
                    <a:solidFill>
                      <a:srgbClr val="0B4189"/>
                    </a:solidFill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04</a:t>
                </a:r>
                <a:endParaRPr lang="zh-CN" altLang="en-US" sz="3600" b="1" dirty="0">
                  <a:solidFill>
                    <a:srgbClr val="0B4189"/>
                  </a:solidFill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7467606" y="2278143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Q&amp;A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46" name="直接连接符 45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90" y="2077686"/>
            <a:ext cx="1905000" cy="1905000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460515A1-3B93-4541-AF57-7695788DC2EB}"/>
              </a:ext>
            </a:extLst>
          </p:cNvPr>
          <p:cNvGrpSpPr/>
          <p:nvPr/>
        </p:nvGrpSpPr>
        <p:grpSpPr>
          <a:xfrm>
            <a:off x="680526" y="444656"/>
            <a:ext cx="3026236" cy="922518"/>
            <a:chOff x="9310317" y="3365363"/>
            <a:chExt cx="2607655" cy="817500"/>
          </a:xfrm>
        </p:grpSpPr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69BD3B8A-BD43-46CF-AFDD-71BC61F8B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10317" y="3365363"/>
              <a:ext cx="819823" cy="817500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295C29AF-D995-41D4-99FE-3D0602F09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6947" y="3494455"/>
              <a:ext cx="1697377" cy="470452"/>
            </a:xfrm>
            <a:prstGeom prst="rect">
              <a:avLst/>
            </a:prstGeom>
          </p:spPr>
        </p:pic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A655D7D-6422-4CE5-AB8B-B5FDE556F2C4}"/>
                </a:ext>
              </a:extLst>
            </p:cNvPr>
            <p:cNvSpPr/>
            <p:nvPr/>
          </p:nvSpPr>
          <p:spPr>
            <a:xfrm>
              <a:off x="10153788" y="3986463"/>
              <a:ext cx="1764184" cy="1132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ZHEJIANG UNIVERSITY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B3E735E-C276-404E-B1ED-F0D1141A28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1124" y="487914"/>
            <a:ext cx="6389750" cy="638975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2965173" y="2922324"/>
            <a:ext cx="6261654" cy="1348631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>
                <a:lumMod val="10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61570" y="3271730"/>
            <a:ext cx="36615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sym typeface="字魂105号-简雅黑" panose="00000500000000000000" pitchFamily="2" charset="-122"/>
              </a:rPr>
              <a:t>1</a:t>
            </a:r>
            <a:r>
              <a:rPr lang="en-US" altLang="zh-CN" sz="3600" b="1" dirty="0">
                <a:solidFill>
                  <a:prstClr val="black"/>
                </a:solidFill>
                <a:latin typeface="+mj-ea"/>
                <a:ea typeface="+mj-ea"/>
                <a:sym typeface="字魂105号-简雅黑" panose="00000500000000000000" pitchFamily="2" charset="-122"/>
              </a:rPr>
              <a:t>.</a:t>
            </a:r>
            <a:r>
              <a:rPr lang="zh-CN" altLang="en-US" sz="3600" b="1" dirty="0">
                <a:solidFill>
                  <a:prstClr val="black"/>
                </a:solidFill>
                <a:latin typeface="+mj-ea"/>
                <a:ea typeface="+mj-ea"/>
                <a:sym typeface="字魂105号-简雅黑" panose="00000500000000000000" pitchFamily="2" charset="-122"/>
              </a:rPr>
              <a:t> 社团活动经费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sym typeface="字魂105号-简雅黑" panose="00000500000000000000" pitchFamily="2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2ECABD3-3EC5-4137-B687-9E3D7387697D}"/>
              </a:ext>
            </a:extLst>
          </p:cNvPr>
          <p:cNvGrpSpPr/>
          <p:nvPr/>
        </p:nvGrpSpPr>
        <p:grpSpPr>
          <a:xfrm>
            <a:off x="3616511" y="764704"/>
            <a:ext cx="4958974" cy="1554639"/>
            <a:chOff x="9310317" y="3365363"/>
            <a:chExt cx="2607655" cy="81750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7025FAA-B253-43BA-8B73-11D5E6635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10317" y="3365363"/>
              <a:ext cx="819823" cy="81750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578E535-6D23-4E24-832E-8D73AB3A5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6947" y="3494455"/>
              <a:ext cx="1697377" cy="470452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D2EB2B5-215F-46E0-B20D-4D648D9290E4}"/>
                </a:ext>
              </a:extLst>
            </p:cNvPr>
            <p:cNvSpPr/>
            <p:nvPr/>
          </p:nvSpPr>
          <p:spPr>
            <a:xfrm>
              <a:off x="10153788" y="3986463"/>
              <a:ext cx="1764184" cy="1132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ZHEJIANG UNIVERSITY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B35312F-1D56-C963-7611-A17BF46A7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31" y="1579377"/>
            <a:ext cx="8919221" cy="32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45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CBC99D4-44B2-40D1-93C9-6EBE79CC0D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1124" y="487914"/>
            <a:ext cx="6389750" cy="638975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2965173" y="2922324"/>
            <a:ext cx="6261654" cy="1348631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>
                <a:lumMod val="10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61570" y="3271730"/>
            <a:ext cx="4647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prstClr val="black"/>
                </a:solidFill>
                <a:latin typeface="+mn-ea"/>
                <a:sym typeface="字魂105号-简雅黑" panose="00000500000000000000" pitchFamily="2" charset="-122"/>
              </a:rPr>
              <a:t>2. </a:t>
            </a:r>
            <a:r>
              <a:rPr lang="zh-CN" altLang="en-US" sz="3600" b="1" dirty="0">
                <a:solidFill>
                  <a:prstClr val="black"/>
                </a:solidFill>
                <a:latin typeface="+mn-ea"/>
                <a:sym typeface="字魂105号-简雅黑" panose="00000500000000000000" pitchFamily="2" charset="-122"/>
              </a:rPr>
              <a:t>报销材料准备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sym typeface="字魂105号-简雅黑" panose="00000500000000000000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60ED1A5-643C-467E-8165-313A5710900E}"/>
              </a:ext>
            </a:extLst>
          </p:cNvPr>
          <p:cNvGrpSpPr/>
          <p:nvPr/>
        </p:nvGrpSpPr>
        <p:grpSpPr>
          <a:xfrm>
            <a:off x="3616511" y="764704"/>
            <a:ext cx="4958974" cy="1554639"/>
            <a:chOff x="9310317" y="3365363"/>
            <a:chExt cx="2607655" cy="817500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A0B7728-D4EF-4E47-9C9E-C0F2BE092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10317" y="3365363"/>
              <a:ext cx="819823" cy="81750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6031DA32-8300-422D-BCC8-4F0FDAE5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6947" y="3494455"/>
              <a:ext cx="1697377" cy="470452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C9F7C2-49AB-4496-B22C-F4E83E8F391E}"/>
                </a:ext>
              </a:extLst>
            </p:cNvPr>
            <p:cNvSpPr/>
            <p:nvPr/>
          </p:nvSpPr>
          <p:spPr>
            <a:xfrm>
              <a:off x="10153788" y="3986463"/>
              <a:ext cx="1764184" cy="1132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ZHEJIANG UNIVERSITY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DF9D5-236D-851F-39E7-8CD0CBD09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报销账户统计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1CD86B-1F7E-F2B2-35AB-8249148001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272"/>
          <a:stretch/>
        </p:blipFill>
        <p:spPr>
          <a:xfrm>
            <a:off x="2085207" y="1812472"/>
            <a:ext cx="7225026" cy="41801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1A2A1DC-F705-E31A-7F9C-06AE6C7EBAA4}"/>
              </a:ext>
            </a:extLst>
          </p:cNvPr>
          <p:cNvSpPr txBox="1"/>
          <p:nvPr/>
        </p:nvSpPr>
        <p:spPr>
          <a:xfrm>
            <a:off x="7162799" y="952501"/>
            <a:ext cx="5609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  <a:latin typeface="+mn-ea"/>
              </a:rPr>
              <a:t>DDL 11.4</a:t>
            </a:r>
            <a:r>
              <a:rPr lang="zh-CN" altLang="en-US" sz="3600" b="1" dirty="0">
                <a:solidFill>
                  <a:srgbClr val="C00000"/>
                </a:solidFill>
                <a:latin typeface="+mn-ea"/>
              </a:rPr>
              <a:t>日 </a:t>
            </a:r>
            <a:r>
              <a:rPr lang="en-US" altLang="zh-CN" sz="3600" b="1" dirty="0">
                <a:solidFill>
                  <a:srgbClr val="C00000"/>
                </a:solidFill>
                <a:latin typeface="+mn-ea"/>
              </a:rPr>
              <a:t>18</a:t>
            </a:r>
            <a:r>
              <a:rPr lang="zh-CN" altLang="en-US" sz="3600" b="1" dirty="0">
                <a:solidFill>
                  <a:srgbClr val="C00000"/>
                </a:solidFill>
                <a:latin typeface="+mn-ea"/>
              </a:rPr>
              <a:t>：</a:t>
            </a:r>
            <a:r>
              <a:rPr lang="en-US" altLang="zh-CN" sz="3600" b="1" dirty="0">
                <a:solidFill>
                  <a:srgbClr val="C00000"/>
                </a:solidFill>
                <a:latin typeface="+mn-ea"/>
              </a:rPr>
              <a:t>00</a:t>
            </a:r>
            <a:endParaRPr lang="zh-CN" altLang="en-US" sz="3600" b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76276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8AD9C8C-134A-5910-B1F4-9349D6AEBE4B}"/>
              </a:ext>
            </a:extLst>
          </p:cNvPr>
          <p:cNvSpPr txBox="1"/>
          <p:nvPr/>
        </p:nvSpPr>
        <p:spPr>
          <a:xfrm>
            <a:off x="993321" y="773821"/>
            <a:ext cx="1011827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500"/>
              </a:lnSpc>
              <a:buAutoNum type="arabicPeriod"/>
            </a:pPr>
            <a:r>
              <a:rPr lang="zh-CN" altLang="en-US" sz="3200" dirty="0">
                <a:latin typeface="+mn-ea"/>
              </a:rPr>
              <a:t>预决算表</a:t>
            </a:r>
            <a:endParaRPr lang="en-US" altLang="zh-CN" sz="3200" dirty="0">
              <a:latin typeface="+mn-ea"/>
            </a:endParaRPr>
          </a:p>
          <a:p>
            <a:pPr marL="342900" indent="-342900">
              <a:lnSpc>
                <a:spcPts val="4500"/>
              </a:lnSpc>
              <a:buAutoNum type="arabicPeriod"/>
            </a:pPr>
            <a:r>
              <a:rPr lang="zh-CN" altLang="en-US" sz="3200" dirty="0">
                <a:latin typeface="+mn-ea"/>
              </a:rPr>
              <a:t>发票</a:t>
            </a:r>
            <a:r>
              <a:rPr lang="en-US" altLang="zh-CN" sz="3200" dirty="0">
                <a:latin typeface="+mn-ea"/>
              </a:rPr>
              <a:t>+</a:t>
            </a:r>
            <a:r>
              <a:rPr lang="zh-CN" altLang="en-US" sz="3200" dirty="0">
                <a:latin typeface="+mn-ea"/>
              </a:rPr>
              <a:t>购物记录</a:t>
            </a:r>
            <a:r>
              <a:rPr lang="en-US" altLang="zh-CN" sz="3200" dirty="0">
                <a:latin typeface="+mn-ea"/>
              </a:rPr>
              <a:t>+</a:t>
            </a:r>
            <a:r>
              <a:rPr lang="zh-CN" altLang="en-US" sz="3200" dirty="0">
                <a:latin typeface="+mn-ea"/>
              </a:rPr>
              <a:t>支付记录（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</a:rPr>
              <a:t>打印在一页上</a:t>
            </a:r>
            <a:r>
              <a:rPr lang="zh-CN" altLang="en-US" sz="3200" dirty="0">
                <a:latin typeface="+mn-ea"/>
              </a:rPr>
              <a:t>），并需要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</a:rPr>
              <a:t>两位</a:t>
            </a:r>
            <a:r>
              <a:rPr lang="zh-CN" altLang="en-US" sz="3200" dirty="0">
                <a:latin typeface="+mn-ea"/>
              </a:rPr>
              <a:t>活动负责人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</a:rPr>
              <a:t>签名</a:t>
            </a:r>
            <a:r>
              <a:rPr lang="en-US" altLang="zh-CN" sz="3200" b="1" dirty="0">
                <a:solidFill>
                  <a:srgbClr val="C00000"/>
                </a:solidFill>
                <a:latin typeface="+mn-ea"/>
              </a:rPr>
              <a:t>+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</a:rPr>
              <a:t>学号</a:t>
            </a:r>
            <a:endParaRPr lang="en-US" altLang="zh-CN" sz="3200" b="1" dirty="0">
              <a:solidFill>
                <a:srgbClr val="C00000"/>
              </a:solidFill>
              <a:latin typeface="+mn-ea"/>
            </a:endParaRPr>
          </a:p>
          <a:p>
            <a:pPr marL="342900" indent="-342900">
              <a:lnSpc>
                <a:spcPts val="4500"/>
              </a:lnSpc>
              <a:buAutoNum type="arabicPeriod"/>
            </a:pPr>
            <a:r>
              <a:rPr lang="zh-CN" altLang="en-US" sz="3200" b="1" dirty="0">
                <a:solidFill>
                  <a:srgbClr val="C00000"/>
                </a:solidFill>
                <a:latin typeface="+mn-ea"/>
              </a:rPr>
              <a:t>金额核算</a:t>
            </a:r>
            <a:r>
              <a:rPr lang="en-US" altLang="zh-CN" sz="3200" b="1" dirty="0">
                <a:solidFill>
                  <a:srgbClr val="C00000"/>
                </a:solidFill>
                <a:latin typeface="+mn-ea"/>
              </a:rPr>
              <a:t>excel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</a:rPr>
              <a:t>表</a:t>
            </a:r>
            <a:endParaRPr lang="en-US" altLang="zh-CN" sz="3200" b="1" dirty="0">
              <a:solidFill>
                <a:srgbClr val="C00000"/>
              </a:solidFill>
              <a:latin typeface="+mn-ea"/>
            </a:endParaRPr>
          </a:p>
          <a:p>
            <a:pPr marL="342900" indent="-342900">
              <a:lnSpc>
                <a:spcPts val="4500"/>
              </a:lnSpc>
              <a:buAutoNum type="arabicPeriod"/>
            </a:pPr>
            <a:r>
              <a:rPr lang="zh-CN" altLang="en-US" sz="3200" b="1" dirty="0">
                <a:solidFill>
                  <a:srgbClr val="C00000"/>
                </a:solidFill>
                <a:latin typeface="+mn-ea"/>
              </a:rPr>
              <a:t>活动参与人员名单</a:t>
            </a:r>
            <a:endParaRPr lang="en-US" altLang="zh-CN" sz="3200" b="1" dirty="0">
              <a:solidFill>
                <a:srgbClr val="C00000"/>
              </a:solidFill>
              <a:latin typeface="+mn-ea"/>
            </a:endParaRPr>
          </a:p>
          <a:p>
            <a:pPr marL="342900" indent="-342900">
              <a:lnSpc>
                <a:spcPts val="4500"/>
              </a:lnSpc>
              <a:buAutoNum type="arabicPeriod"/>
            </a:pPr>
            <a:r>
              <a:rPr lang="zh-CN" altLang="en-US" sz="3200" dirty="0">
                <a:latin typeface="+mn-ea"/>
              </a:rPr>
              <a:t>推文</a:t>
            </a:r>
            <a:r>
              <a:rPr lang="en-US" altLang="zh-CN" sz="3200" dirty="0">
                <a:latin typeface="+mn-ea"/>
              </a:rPr>
              <a:t>/</a:t>
            </a:r>
            <a:r>
              <a:rPr lang="zh-CN" altLang="en-US" sz="3200" dirty="0">
                <a:latin typeface="+mn-ea"/>
              </a:rPr>
              <a:t>活动图片</a:t>
            </a:r>
            <a:endParaRPr lang="en-US" altLang="zh-CN" sz="3200" dirty="0">
              <a:latin typeface="+mn-ea"/>
            </a:endParaRPr>
          </a:p>
          <a:p>
            <a:pPr marL="342900" indent="-342900">
              <a:lnSpc>
                <a:spcPts val="4500"/>
              </a:lnSpc>
              <a:buAutoNum type="arabicPeriod"/>
            </a:pPr>
            <a:r>
              <a:rPr lang="zh-CN" altLang="en-US" sz="3200" dirty="0">
                <a:solidFill>
                  <a:schemeClr val="accent3">
                    <a:lumMod val="75000"/>
                  </a:schemeClr>
                </a:solidFill>
                <a:latin typeface="+mn-ea"/>
              </a:rPr>
              <a:t>支付情况说明（发票金额与支付金额不相同</a:t>
            </a:r>
            <a:r>
              <a:rPr lang="en-US" altLang="zh-CN" sz="3200" dirty="0">
                <a:solidFill>
                  <a:schemeClr val="accent3">
                    <a:lumMod val="75000"/>
                  </a:schemeClr>
                </a:solidFill>
                <a:latin typeface="+mn-ea"/>
              </a:rPr>
              <a:t>/</a:t>
            </a:r>
            <a:r>
              <a:rPr lang="zh-CN" altLang="en-US" sz="3200" dirty="0">
                <a:solidFill>
                  <a:schemeClr val="accent3">
                    <a:lumMod val="75000"/>
                  </a:schemeClr>
                </a:solidFill>
                <a:latin typeface="+mn-ea"/>
              </a:rPr>
              <a:t>报销金额与发票金额总和不一致等情况）</a:t>
            </a:r>
            <a:endParaRPr lang="en-US" altLang="zh-CN" sz="3200" dirty="0">
              <a:solidFill>
                <a:schemeClr val="accent3">
                  <a:lumMod val="75000"/>
                </a:schemeClr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69327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1738247-0899-D653-CEE5-982F961AB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210" y="213489"/>
            <a:ext cx="5274503" cy="655076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904382B-B517-2935-1A41-81EB7BECEA11}"/>
              </a:ext>
            </a:extLst>
          </p:cNvPr>
          <p:cNvSpPr txBox="1"/>
          <p:nvPr/>
        </p:nvSpPr>
        <p:spPr>
          <a:xfrm>
            <a:off x="374153" y="227370"/>
            <a:ext cx="6281057" cy="641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dirty="0"/>
              <a:t>活动预决算表需要打印在</a:t>
            </a:r>
            <a:r>
              <a:rPr lang="zh-CN" altLang="en-US" b="1" dirty="0">
                <a:solidFill>
                  <a:srgbClr val="C00000"/>
                </a:solidFill>
              </a:rPr>
              <a:t>一页</a:t>
            </a:r>
            <a:r>
              <a:rPr lang="zh-CN" altLang="en-US" dirty="0"/>
              <a:t>上，如果出现备注栏内容过多可以适当缩小字号</a:t>
            </a:r>
            <a:endParaRPr lang="en-US" altLang="zh-CN" dirty="0"/>
          </a:p>
          <a:p>
            <a:pPr>
              <a:lnSpc>
                <a:spcPts val="29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经费项目号码：</a:t>
            </a:r>
            <a:r>
              <a:rPr lang="zh-CN" altLang="en-US" dirty="0"/>
              <a:t>不需要填写</a:t>
            </a:r>
            <a:endParaRPr lang="en-US" altLang="zh-CN" dirty="0"/>
          </a:p>
          <a:p>
            <a:pPr>
              <a:lnSpc>
                <a:spcPts val="29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时间：</a:t>
            </a:r>
            <a:r>
              <a:rPr lang="zh-CN" altLang="en-US" dirty="0"/>
              <a:t>活动结束后</a:t>
            </a:r>
            <a:r>
              <a:rPr lang="zh-CN" altLang="en-US" b="1" dirty="0">
                <a:solidFill>
                  <a:srgbClr val="C00000"/>
                </a:solidFill>
              </a:rPr>
              <a:t>填写预决算表</a:t>
            </a:r>
            <a:r>
              <a:rPr lang="zh-CN" altLang="en-US" dirty="0"/>
              <a:t>的时间</a:t>
            </a:r>
            <a:endParaRPr lang="en-US" altLang="zh-CN" dirty="0"/>
          </a:p>
          <a:p>
            <a:pPr>
              <a:lnSpc>
                <a:spcPts val="29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活动名称：</a:t>
            </a:r>
            <a:endParaRPr lang="en-US" altLang="zh-CN" b="1" dirty="0">
              <a:solidFill>
                <a:srgbClr val="0070C0"/>
              </a:solidFill>
            </a:endParaRPr>
          </a:p>
          <a:p>
            <a:pPr>
              <a:lnSpc>
                <a:spcPts val="2900"/>
              </a:lnSpc>
            </a:pPr>
            <a:r>
              <a:rPr lang="en-US" altLang="zh-CN" dirty="0" err="1"/>
              <a:t>e.g</a:t>
            </a:r>
            <a:r>
              <a:rPr lang="en-US" altLang="zh-CN" dirty="0"/>
              <a:t>, </a:t>
            </a:r>
            <a:r>
              <a:rPr lang="zh-CN" altLang="en-US" dirty="0"/>
              <a:t>百团大战</a:t>
            </a:r>
            <a:r>
              <a:rPr lang="en-US" altLang="zh-CN" dirty="0"/>
              <a:t>-xx</a:t>
            </a:r>
            <a:r>
              <a:rPr lang="zh-CN" altLang="en-US" dirty="0"/>
              <a:t>社  （社指大型活动）</a:t>
            </a:r>
            <a:endParaRPr lang="en-US" altLang="zh-CN" dirty="0"/>
          </a:p>
          <a:p>
            <a:pPr>
              <a:lnSpc>
                <a:spcPts val="2900"/>
              </a:lnSpc>
            </a:pPr>
            <a:r>
              <a:rPr lang="en-US" altLang="zh-CN" dirty="0"/>
              <a:t>e.g.</a:t>
            </a:r>
            <a:r>
              <a:rPr lang="zh-CN" altLang="en-US" dirty="0"/>
              <a:t> 旧衣回收</a:t>
            </a:r>
            <a:r>
              <a:rPr lang="en-US" altLang="zh-CN" dirty="0"/>
              <a:t>-</a:t>
            </a:r>
            <a:r>
              <a:rPr lang="zh-CN" altLang="en-US" dirty="0"/>
              <a:t>红十字会  （社团日常活动）</a:t>
            </a:r>
            <a:endParaRPr lang="en-US" altLang="zh-CN" dirty="0"/>
          </a:p>
          <a:p>
            <a:pPr>
              <a:lnSpc>
                <a:spcPts val="29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主办单位：</a:t>
            </a:r>
            <a:endParaRPr lang="en-US" altLang="zh-CN" b="1" dirty="0">
              <a:solidFill>
                <a:srgbClr val="0070C0"/>
              </a:solidFill>
            </a:endParaRPr>
          </a:p>
          <a:p>
            <a:pPr>
              <a:lnSpc>
                <a:spcPts val="29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社指大型活动：浙江大学国际校区团委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ts val="2900"/>
              </a:lnSpc>
            </a:pPr>
            <a:r>
              <a:rPr lang="zh-CN" altLang="en-US" dirty="0"/>
              <a:t>社团日常活动：社团名称，筹办社团在最后写（筹）</a:t>
            </a:r>
            <a:endParaRPr lang="en-US" altLang="zh-CN" dirty="0"/>
          </a:p>
          <a:p>
            <a:pPr>
              <a:lnSpc>
                <a:spcPts val="29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参加人数：</a:t>
            </a:r>
            <a:r>
              <a:rPr lang="zh-CN" altLang="en-US" dirty="0"/>
              <a:t>能登记参加人员名单的尽量登记，并按照该名单填写参加人数</a:t>
            </a:r>
            <a:endParaRPr lang="en-US" altLang="zh-CN" dirty="0"/>
          </a:p>
          <a:p>
            <a:pPr>
              <a:lnSpc>
                <a:spcPts val="29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活动日期、活动地点：</a:t>
            </a:r>
            <a:r>
              <a:rPr lang="zh-CN" altLang="en-US" dirty="0"/>
              <a:t>如实填写</a:t>
            </a:r>
            <a:endParaRPr lang="en-US" altLang="zh-CN" dirty="0"/>
          </a:p>
          <a:p>
            <a:pPr>
              <a:lnSpc>
                <a:spcPts val="29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参赛人数</a:t>
            </a:r>
            <a:r>
              <a:rPr lang="en-US" altLang="zh-CN" b="1" dirty="0">
                <a:solidFill>
                  <a:srgbClr val="0070C0"/>
                </a:solidFill>
              </a:rPr>
              <a:t>/</a:t>
            </a:r>
            <a:r>
              <a:rPr lang="zh-CN" altLang="en-US" b="1" dirty="0">
                <a:solidFill>
                  <a:srgbClr val="0070C0"/>
                </a:solidFill>
              </a:rPr>
              <a:t>队数，获奖人数</a:t>
            </a:r>
            <a:r>
              <a:rPr lang="en-US" altLang="zh-CN" b="1" dirty="0">
                <a:solidFill>
                  <a:srgbClr val="0070C0"/>
                </a:solidFill>
              </a:rPr>
              <a:t>/</a:t>
            </a:r>
            <a:r>
              <a:rPr lang="zh-CN" altLang="en-US" b="1" dirty="0">
                <a:solidFill>
                  <a:srgbClr val="0070C0"/>
                </a:solidFill>
              </a:rPr>
              <a:t>队数：</a:t>
            </a:r>
            <a:r>
              <a:rPr lang="zh-CN" altLang="en-US" dirty="0"/>
              <a:t>没有的话不需要填写</a:t>
            </a:r>
            <a:endParaRPr lang="en-US" altLang="zh-CN" dirty="0"/>
          </a:p>
          <a:p>
            <a:pPr>
              <a:lnSpc>
                <a:spcPts val="29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其他：</a:t>
            </a:r>
            <a:r>
              <a:rPr lang="zh-CN" altLang="en-US" dirty="0"/>
              <a:t>如实填写，备注中罗列清楚</a:t>
            </a:r>
            <a:r>
              <a:rPr lang="zh-CN" altLang="en-US" b="1" dirty="0">
                <a:solidFill>
                  <a:srgbClr val="C00000"/>
                </a:solidFill>
              </a:rPr>
              <a:t>所购物品单价</a:t>
            </a:r>
            <a:r>
              <a:rPr lang="en-US" altLang="zh-CN" b="1" dirty="0">
                <a:solidFill>
                  <a:srgbClr val="C00000"/>
                </a:solidFill>
              </a:rPr>
              <a:t>*</a:t>
            </a:r>
            <a:r>
              <a:rPr lang="zh-CN" altLang="en-US" b="1" dirty="0">
                <a:solidFill>
                  <a:srgbClr val="C00000"/>
                </a:solidFill>
              </a:rPr>
              <a:t>数量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ts val="29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金额与核销金额一致，两列合计都需要填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31455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D527A-B971-BB6F-66D2-56D003950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食品 </a:t>
            </a:r>
            <a:r>
              <a:rPr lang="en-US" altLang="zh-CN" sz="3600" dirty="0"/>
              <a:t>&amp; </a:t>
            </a:r>
            <a:r>
              <a:rPr lang="zh-CN" altLang="en-US" sz="3600" dirty="0"/>
              <a:t>奖品费用 </a:t>
            </a:r>
            <a:r>
              <a:rPr lang="zh-CN" altLang="en-US" sz="3600" b="1" dirty="0">
                <a:solidFill>
                  <a:srgbClr val="C00000"/>
                </a:solidFill>
              </a:rPr>
              <a:t>（都需要提供发放名单）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D128D3-E7CD-9D5B-EF7F-EE1C9D489697}"/>
              </a:ext>
            </a:extLst>
          </p:cNvPr>
          <p:cNvSpPr txBox="1"/>
          <p:nvPr/>
        </p:nvSpPr>
        <p:spPr>
          <a:xfrm>
            <a:off x="957942" y="1848531"/>
            <a:ext cx="102761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社指大型活动：</a:t>
            </a:r>
            <a:r>
              <a:rPr lang="zh-CN" altLang="en-US" sz="2400" dirty="0"/>
              <a:t>单独通知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b="1" dirty="0"/>
              <a:t>社团日常活动：</a:t>
            </a:r>
            <a:endParaRPr lang="en-US" altLang="zh-CN" sz="2400" b="1" dirty="0"/>
          </a:p>
          <a:p>
            <a:r>
              <a:rPr lang="zh-CN" altLang="en-US" sz="2400" dirty="0"/>
              <a:t>食品不超过该材料报销总金额的</a:t>
            </a:r>
            <a:r>
              <a:rPr lang="en-US" altLang="zh-CN" sz="2400" dirty="0"/>
              <a:t>10%</a:t>
            </a:r>
          </a:p>
          <a:p>
            <a:r>
              <a:rPr lang="zh-CN" altLang="en-US" sz="2400" dirty="0"/>
              <a:t>奖品不超过该报销材料总金额的</a:t>
            </a:r>
            <a:r>
              <a:rPr lang="en-US" altLang="zh-CN" sz="2400" dirty="0"/>
              <a:t>10%</a:t>
            </a:r>
          </a:p>
          <a:p>
            <a:endParaRPr lang="en-US" altLang="zh-CN" sz="2400" dirty="0"/>
          </a:p>
          <a:p>
            <a:r>
              <a:rPr lang="en-US" altLang="zh-CN" sz="2400" b="1" i="1" dirty="0">
                <a:solidFill>
                  <a:srgbClr val="0070C0"/>
                </a:solidFill>
              </a:rPr>
              <a:t>e.g.</a:t>
            </a:r>
            <a:r>
              <a:rPr lang="zh-CN" altLang="en-US" sz="2400" b="1" i="1" dirty="0">
                <a:solidFill>
                  <a:srgbClr val="0070C0"/>
                </a:solidFill>
              </a:rPr>
              <a:t> 社团嘉年华</a:t>
            </a:r>
            <a:endParaRPr lang="en-US" altLang="zh-CN" sz="2400" b="1" i="1" dirty="0">
              <a:solidFill>
                <a:srgbClr val="0070C0"/>
              </a:solidFill>
            </a:endParaRPr>
          </a:p>
          <a:p>
            <a:r>
              <a:rPr lang="zh-CN" altLang="en-US" sz="2400" b="1" dirty="0">
                <a:solidFill>
                  <a:srgbClr val="C00000"/>
                </a:solidFill>
              </a:rPr>
              <a:t>食品：不超过</a:t>
            </a:r>
            <a:r>
              <a:rPr lang="en-US" altLang="zh-CN" sz="2400" b="1" dirty="0">
                <a:solidFill>
                  <a:srgbClr val="C00000"/>
                </a:solidFill>
              </a:rPr>
              <a:t>60</a:t>
            </a:r>
            <a:r>
              <a:rPr lang="zh-CN" altLang="en-US" sz="2400" b="1" dirty="0">
                <a:solidFill>
                  <a:srgbClr val="C00000"/>
                </a:solidFill>
              </a:rPr>
              <a:t>元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r>
              <a:rPr lang="zh-CN" altLang="en-US" sz="2400" b="1" dirty="0">
                <a:solidFill>
                  <a:srgbClr val="C00000"/>
                </a:solidFill>
              </a:rPr>
              <a:t>奖品：不超过</a:t>
            </a:r>
            <a:r>
              <a:rPr lang="en-US" altLang="zh-CN" sz="2400" b="1" dirty="0">
                <a:solidFill>
                  <a:srgbClr val="C00000"/>
                </a:solidFill>
              </a:rPr>
              <a:t>60</a:t>
            </a:r>
            <a:r>
              <a:rPr lang="zh-CN" altLang="en-US" sz="2400" b="1" dirty="0">
                <a:solidFill>
                  <a:srgbClr val="C00000"/>
                </a:solidFill>
              </a:rPr>
              <a:t>元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3487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C3D7A-632B-7923-AEDA-E933820E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14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+mn-ea"/>
                <a:ea typeface="+mn-ea"/>
              </a:rPr>
              <a:t>发票</a:t>
            </a:r>
            <a:r>
              <a:rPr lang="en-US" altLang="zh-CN" sz="3200" dirty="0">
                <a:latin typeface="+mn-ea"/>
                <a:ea typeface="+mn-ea"/>
              </a:rPr>
              <a:t>+</a:t>
            </a:r>
            <a:r>
              <a:rPr lang="zh-CN" altLang="en-US" sz="3200" dirty="0">
                <a:latin typeface="+mn-ea"/>
                <a:ea typeface="+mn-ea"/>
              </a:rPr>
              <a:t>购物记录</a:t>
            </a:r>
            <a:r>
              <a:rPr lang="en-US" altLang="zh-CN" sz="3200" dirty="0">
                <a:latin typeface="+mn-ea"/>
                <a:ea typeface="+mn-ea"/>
              </a:rPr>
              <a:t>+</a:t>
            </a:r>
            <a:r>
              <a:rPr lang="zh-CN" altLang="en-US" sz="3200" dirty="0">
                <a:latin typeface="+mn-ea"/>
                <a:ea typeface="+mn-ea"/>
              </a:rPr>
              <a:t>支付记录（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  <a:ea typeface="+mn-ea"/>
              </a:rPr>
              <a:t>打印在一页上</a:t>
            </a:r>
            <a:r>
              <a:rPr lang="zh-CN" altLang="en-US" sz="3200" dirty="0">
                <a:latin typeface="+mn-ea"/>
                <a:ea typeface="+mn-ea"/>
              </a:rPr>
              <a:t>）</a:t>
            </a:r>
          </a:p>
        </p:txBody>
      </p:sp>
      <p:pic>
        <p:nvPicPr>
          <p:cNvPr id="4" name="图片 3" descr="图形用户界面, 应用程序&#10;&#10;描述已自动生成">
            <a:extLst>
              <a:ext uri="{FF2B5EF4-FFF2-40B4-BE49-F238E27FC236}">
                <a16:creationId xmlns:a16="http://schemas.microsoft.com/office/drawing/2014/main" id="{2CE08D36-ED20-EB31-456D-17AD949B7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27"/>
          <a:stretch/>
        </p:blipFill>
        <p:spPr>
          <a:xfrm>
            <a:off x="1516012" y="906287"/>
            <a:ext cx="4691742" cy="595171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C5150E6-97A7-C8F8-9EE4-ABBB2215E473}"/>
              </a:ext>
            </a:extLst>
          </p:cNvPr>
          <p:cNvSpPr txBox="1"/>
          <p:nvPr/>
        </p:nvSpPr>
        <p:spPr>
          <a:xfrm>
            <a:off x="6620380" y="2255292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需要两位活动负责人签名</a:t>
            </a:r>
            <a:r>
              <a:rPr lang="en-US" altLang="zh-CN" sz="2800" b="1" dirty="0">
                <a:solidFill>
                  <a:srgbClr val="C00000"/>
                </a:solidFill>
              </a:rPr>
              <a:t>+</a:t>
            </a:r>
            <a:r>
              <a:rPr lang="zh-CN" altLang="en-US" sz="2800" b="1" dirty="0">
                <a:solidFill>
                  <a:srgbClr val="C00000"/>
                </a:solidFill>
              </a:rPr>
              <a:t>学号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endParaRPr lang="en-US" altLang="zh-CN" sz="2800" b="1" dirty="0">
              <a:solidFill>
                <a:srgbClr val="C00000"/>
              </a:solidFill>
            </a:endParaRPr>
          </a:p>
          <a:p>
            <a:endParaRPr lang="en-US" altLang="zh-CN" sz="2800" b="1" dirty="0">
              <a:solidFill>
                <a:srgbClr val="C00000"/>
              </a:solidFill>
            </a:endParaRPr>
          </a:p>
          <a:p>
            <a:endParaRPr lang="en-US" altLang="zh-CN" sz="2800" b="1" dirty="0">
              <a:solidFill>
                <a:srgbClr val="C00000"/>
              </a:solidFill>
            </a:endParaRPr>
          </a:p>
          <a:p>
            <a:r>
              <a:rPr lang="zh-CN" altLang="en-US" sz="2800" dirty="0"/>
              <a:t>发票类型：企业</a:t>
            </a:r>
            <a:endParaRPr lang="en-US" altLang="zh-CN" sz="2800" dirty="0"/>
          </a:p>
          <a:p>
            <a:r>
              <a:rPr lang="zh-CN" altLang="en-US" sz="2800" dirty="0"/>
              <a:t>发票抬头：浙江大学</a:t>
            </a:r>
            <a:endParaRPr lang="en-US" altLang="zh-CN" sz="2800" dirty="0"/>
          </a:p>
          <a:p>
            <a:r>
              <a:rPr lang="zh-CN" altLang="en-US" sz="2800" dirty="0"/>
              <a:t>税号：</a:t>
            </a:r>
            <a:r>
              <a:rPr lang="en-US" altLang="zh-CN" sz="2800" dirty="0"/>
              <a:t>12100000470095016Q</a:t>
            </a:r>
            <a:endParaRPr lang="zh-CN" altLang="en-US" sz="2800" dirty="0"/>
          </a:p>
          <a:p>
            <a:endParaRPr lang="zh-CN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2204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B5E82E-EA6A-5AD1-DB35-8508FE718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</a:rPr>
              <a:t>★★★金额核算</a:t>
            </a:r>
            <a:r>
              <a:rPr lang="en-US" altLang="zh-CN" sz="3600" b="1" dirty="0">
                <a:solidFill>
                  <a:srgbClr val="C00000"/>
                </a:solidFill>
              </a:rPr>
              <a:t>Excel</a:t>
            </a:r>
            <a:r>
              <a:rPr lang="zh-CN" altLang="en-US" sz="3600" b="1" dirty="0">
                <a:solidFill>
                  <a:srgbClr val="C00000"/>
                </a:solidFill>
              </a:rPr>
              <a:t>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D74BF3-F6D4-40E0-09F0-9923174C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30" y="1516679"/>
            <a:ext cx="7929637" cy="24222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00C7FDC-9385-4B10-B433-7350252F29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48" t="2579" r="3471" b="47075"/>
          <a:stretch/>
        </p:blipFill>
        <p:spPr>
          <a:xfrm>
            <a:off x="6618301" y="2842242"/>
            <a:ext cx="5494087" cy="380426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E0A7879-466B-C0D9-BB92-CAC40C5B9F7D}"/>
              </a:ext>
            </a:extLst>
          </p:cNvPr>
          <p:cNvSpPr/>
          <p:nvPr/>
        </p:nvSpPr>
        <p:spPr>
          <a:xfrm>
            <a:off x="6618301" y="4196687"/>
            <a:ext cx="887968" cy="40260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3336F3-7AE5-2574-D5F3-09EEF7807FA1}"/>
              </a:ext>
            </a:extLst>
          </p:cNvPr>
          <p:cNvSpPr/>
          <p:nvPr/>
        </p:nvSpPr>
        <p:spPr>
          <a:xfrm>
            <a:off x="10188053" y="5343098"/>
            <a:ext cx="1078173" cy="33437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496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863C2-6F65-3BC9-6CB2-A75902F19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支付情况说明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18890E-1C3A-0315-406E-574863CB2BF2}"/>
              </a:ext>
            </a:extLst>
          </p:cNvPr>
          <p:cNvSpPr txBox="1"/>
          <p:nvPr/>
        </p:nvSpPr>
        <p:spPr>
          <a:xfrm>
            <a:off x="1063388" y="2833965"/>
            <a:ext cx="9430603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800" dirty="0"/>
              <a:t>若存在发票金额与支付金额不相等，</a:t>
            </a:r>
            <a:r>
              <a:rPr lang="zh-CN" altLang="en-US" sz="2800" dirty="0">
                <a:latin typeface="+mn-ea"/>
              </a:rPr>
              <a:t>报销金额与发票金额总和不一致等情况，请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如实填写支付情况说明</a:t>
            </a:r>
            <a:endParaRPr lang="en-US" altLang="zh-CN" sz="2800" b="1" dirty="0">
              <a:solidFill>
                <a:srgbClr val="C00000"/>
              </a:solidFill>
              <a:latin typeface="+mn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66970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4FD98AC-3095-4F52-B1BD-7F5CF064B2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1124" y="487914"/>
            <a:ext cx="6389750" cy="638975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2965173" y="2922324"/>
            <a:ext cx="6261654" cy="1348631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>
                <a:lumMod val="10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61570" y="3271730"/>
            <a:ext cx="4647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prstClr val="black"/>
                </a:solidFill>
                <a:latin typeface="+mj-ea"/>
                <a:ea typeface="+mj-ea"/>
                <a:sym typeface="字魂105号-简雅黑" panose="00000500000000000000" pitchFamily="2" charset="-122"/>
              </a:rPr>
              <a:t>3. </a:t>
            </a:r>
            <a:r>
              <a:rPr lang="zh-CN" altLang="en-US" sz="3600" b="1" dirty="0">
                <a:solidFill>
                  <a:prstClr val="black"/>
                </a:solidFill>
                <a:latin typeface="+mj-ea"/>
                <a:ea typeface="+mj-ea"/>
                <a:sym typeface="字魂105号-简雅黑" panose="00000500000000000000" pitchFamily="2" charset="-122"/>
              </a:rPr>
              <a:t>报销流程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sym typeface="字魂105号-简雅黑" panose="00000500000000000000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64524F6-A9D9-4BF1-960A-93C71AA0189E}"/>
              </a:ext>
            </a:extLst>
          </p:cNvPr>
          <p:cNvGrpSpPr/>
          <p:nvPr/>
        </p:nvGrpSpPr>
        <p:grpSpPr>
          <a:xfrm>
            <a:off x="3616511" y="764704"/>
            <a:ext cx="4958974" cy="1554639"/>
            <a:chOff x="9310317" y="3365363"/>
            <a:chExt cx="2607655" cy="817500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4ACA2ED-E0B8-4D69-B80F-AF3D76103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10317" y="3365363"/>
              <a:ext cx="819823" cy="81750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643ED693-B79C-4197-9D75-26FEB03C1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6947" y="3494455"/>
              <a:ext cx="1697377" cy="470452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AD13AE2-4BBB-4FB8-89EA-27E38FE8444B}"/>
                </a:ext>
              </a:extLst>
            </p:cNvPr>
            <p:cNvSpPr/>
            <p:nvPr/>
          </p:nvSpPr>
          <p:spPr>
            <a:xfrm>
              <a:off x="10153788" y="3986463"/>
              <a:ext cx="1764184" cy="1132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ZHEJIANG UNIVERSITY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965DA1A-A1F2-9038-22AD-C00487CBF17A}"/>
              </a:ext>
            </a:extLst>
          </p:cNvPr>
          <p:cNvSpPr txBox="1"/>
          <p:nvPr/>
        </p:nvSpPr>
        <p:spPr>
          <a:xfrm>
            <a:off x="627796" y="784746"/>
            <a:ext cx="11081983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 rtl="0">
              <a:buChar char="•"/>
            </a:pPr>
            <a:r>
              <a:rPr lang="zh-CN" altLang="zh-CN" sz="2400" baseline="0" dirty="0">
                <a:latin typeface="+mn-ea"/>
                <a:cs typeface="Arial" panose="020B0604020202020204"/>
              </a:rPr>
              <a:t>提交所有材料到社指办公室</a:t>
            </a:r>
            <a:r>
              <a:rPr lang="zh-CN" altLang="zh-CN" sz="2400" baseline="0" dirty="0">
                <a:solidFill>
                  <a:srgbClr val="C00000"/>
                </a:solidFill>
                <a:latin typeface="+mn-ea"/>
                <a:cs typeface="Arial" panose="020B0604020202020204"/>
              </a:rPr>
              <a:t>（</a:t>
            </a:r>
            <a:r>
              <a:rPr lang="zh-CN" altLang="zh-CN" sz="2400" b="1" baseline="0" dirty="0">
                <a:solidFill>
                  <a:srgbClr val="C00000"/>
                </a:solidFill>
                <a:latin typeface="+mn-ea"/>
                <a:cs typeface="Arial" panose="020B0604020202020204"/>
              </a:rPr>
              <a:t>食堂三楼</a:t>
            </a:r>
            <a:r>
              <a:rPr lang="en-US" altLang="zh-CN" sz="3200" b="1" baseline="0" dirty="0">
                <a:solidFill>
                  <a:srgbClr val="C00000"/>
                </a:solidFill>
                <a:latin typeface="+mn-ea"/>
                <a:cs typeface="Arial" panose="020B0604020202020204"/>
              </a:rPr>
              <a:t>325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  <a:cs typeface="Arial" panose="020B0604020202020204"/>
              </a:rPr>
              <a:t>最里面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cs typeface="Arial" panose="020B0604020202020204"/>
              </a:rPr>
              <a:t>的桌</a:t>
            </a:r>
            <a:r>
              <a:rPr lang="en-US" altLang="zh-CN" sz="2400" b="1" baseline="0" dirty="0" err="1">
                <a:solidFill>
                  <a:srgbClr val="C00000"/>
                </a:solidFill>
                <a:latin typeface="+mn-ea"/>
                <a:cs typeface="Arial" panose="020B0604020202020204"/>
              </a:rPr>
              <a:t>子上</a:t>
            </a:r>
            <a:r>
              <a:rPr lang="zh-CN" altLang="en-US" sz="2400" b="1" baseline="0" dirty="0">
                <a:solidFill>
                  <a:srgbClr val="C00000"/>
                </a:solidFill>
                <a:latin typeface="+mn-ea"/>
                <a:cs typeface="Arial" panose="020B0604020202020204"/>
              </a:rPr>
              <a:t>，贴有“报销材料未审核”的便利贴处</a:t>
            </a:r>
            <a:r>
              <a:rPr lang="zh-CN" altLang="zh-CN" sz="2400" baseline="0" dirty="0">
                <a:solidFill>
                  <a:srgbClr val="C00000"/>
                </a:solidFill>
                <a:latin typeface="+mn-ea"/>
                <a:cs typeface="Arial" panose="020B0604020202020204"/>
              </a:rPr>
              <a:t>）</a:t>
            </a:r>
            <a:r>
              <a:rPr lang="zh-CN" altLang="zh-CN" sz="2400" baseline="0" dirty="0">
                <a:latin typeface="+mn-ea"/>
                <a:cs typeface="Arial" panose="020B0604020202020204"/>
              </a:rPr>
              <a:t>，并拍照告诉财务组</a:t>
            </a:r>
            <a:r>
              <a:rPr lang="zh-CN" altLang="en-US" sz="2400" baseline="0" dirty="0">
                <a:latin typeface="+mn-ea"/>
                <a:cs typeface="Arial" panose="020B0604020202020204"/>
              </a:rPr>
              <a:t>的</a:t>
            </a:r>
            <a:r>
              <a:rPr lang="zh-CN" altLang="en-US" sz="2800" b="1" baseline="0" dirty="0">
                <a:latin typeface="+mn-ea"/>
                <a:cs typeface="Arial" panose="020B0604020202020204"/>
              </a:rPr>
              <a:t>李锦威同学</a:t>
            </a:r>
            <a:r>
              <a:rPr lang="zh-CN" altLang="en-US" sz="2400" baseline="0" dirty="0">
                <a:latin typeface="+mn-ea"/>
                <a:cs typeface="Arial" panose="020B0604020202020204"/>
              </a:rPr>
              <a:t>，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cs typeface="Arial" panose="020B0604020202020204"/>
              </a:rPr>
              <a:t>请务必将报销材料放在正确位置，否则出现材料丢失等问题需各社团自行解决</a:t>
            </a:r>
            <a:endParaRPr lang="zh-CN" altLang="zh-CN" sz="2400" dirty="0">
              <a:solidFill>
                <a:srgbClr val="C00000"/>
              </a:solidFill>
              <a:latin typeface="+mn-ea"/>
              <a:cs typeface="Arial" panose="020B0604020202020204"/>
            </a:endParaRPr>
          </a:p>
          <a:p>
            <a:pPr lvl="0" rtl="0"/>
            <a:endParaRPr lang="zh-CN" altLang="zh-CN" sz="2400" dirty="0">
              <a:latin typeface="+mn-ea"/>
              <a:cs typeface="Arial" panose="020B0604020202020204"/>
            </a:endParaRPr>
          </a:p>
          <a:p>
            <a:pPr marL="228600" lvl="0" indent="-228600" rtl="0">
              <a:buChar char="•"/>
            </a:pPr>
            <a:r>
              <a:rPr lang="zh-CN" altLang="zh-CN" sz="2400" baseline="0" dirty="0">
                <a:latin typeface="+mn-ea"/>
                <a:cs typeface="Arial" panose="020B0604020202020204"/>
              </a:rPr>
              <a:t>干事审核材料是否齐全、是否符合规定，完成审核后会通知各社团财务负责人</a:t>
            </a:r>
            <a:r>
              <a:rPr lang="en-US" altLang="zh-CN" sz="2400" dirty="0">
                <a:latin typeface="+mn-ea"/>
                <a:cs typeface="Arial" panose="020B0604020202020204"/>
              </a:rPr>
              <a:t>​</a:t>
            </a:r>
          </a:p>
          <a:p>
            <a:pPr lvl="0" rtl="0"/>
            <a:endParaRPr lang="en-US" altLang="zh-CN" sz="2400" dirty="0">
              <a:latin typeface="+mn-ea"/>
              <a:cs typeface="Arial" panose="020B0604020202020204"/>
            </a:endParaRPr>
          </a:p>
          <a:p>
            <a:pPr marL="228600" indent="-228600">
              <a:buChar char="•"/>
            </a:pPr>
            <a:r>
              <a:rPr lang="zh-CN" altLang="zh-CN" sz="2400" baseline="0" dirty="0">
                <a:latin typeface="+mn-ea"/>
                <a:cs typeface="Arial" panose="020B0604020202020204"/>
              </a:rPr>
              <a:t>审核通过之后会走后续流程</a:t>
            </a:r>
            <a:r>
              <a:rPr lang="en-US" altLang="zh-CN" sz="2400" dirty="0">
                <a:latin typeface="+mn-ea"/>
                <a:cs typeface="Arial" panose="020B0604020202020204"/>
              </a:rPr>
              <a:t>​</a:t>
            </a:r>
          </a:p>
          <a:p>
            <a:pPr marL="685800" lvl="1" indent="-228600">
              <a:buChar char="•"/>
            </a:pPr>
            <a:r>
              <a:rPr lang="zh-CN" altLang="zh-CN" sz="2000" baseline="0" dirty="0">
                <a:latin typeface="+mn-ea"/>
                <a:cs typeface="Arial" panose="020B0604020202020204"/>
              </a:rPr>
              <a:t>一般来说，大概需要一周左右的时间</a:t>
            </a:r>
            <a:r>
              <a:rPr lang="en-US" altLang="zh-CN" sz="2000" dirty="0">
                <a:latin typeface="+mn-ea"/>
                <a:cs typeface="Arial" panose="020B0604020202020204"/>
              </a:rPr>
              <a:t>​</a:t>
            </a:r>
            <a:endParaRPr lang="en-US" altLang="zh-CN" dirty="0">
              <a:latin typeface="+mn-ea"/>
            </a:endParaRPr>
          </a:p>
          <a:p>
            <a:pPr marL="685800" lvl="2" indent="-228600" rtl="0">
              <a:buChar char="•"/>
            </a:pPr>
            <a:r>
              <a:rPr lang="zh-CN" altLang="zh-CN" sz="2000" b="1" baseline="0" dirty="0">
                <a:latin typeface="+mn-ea"/>
                <a:cs typeface="Arial" panose="020B0604020202020204"/>
              </a:rPr>
              <a:t>如果已经通过审核，报销迟迟未到，需要各社团主动跟进进度</a:t>
            </a:r>
            <a:r>
              <a:rPr lang="en-US" altLang="zh-CN" sz="2000" dirty="0">
                <a:latin typeface="+mn-ea"/>
                <a:cs typeface="Arial" panose="020B0604020202020204"/>
              </a:rPr>
              <a:t>​</a:t>
            </a:r>
          </a:p>
          <a:p>
            <a:pPr lvl="0" rtl="0"/>
            <a:endParaRPr lang="en-US" altLang="zh-CN" sz="2400" dirty="0">
              <a:latin typeface="+mn-ea"/>
              <a:cs typeface="Arial" panose="020B0604020202020204"/>
            </a:endParaRPr>
          </a:p>
          <a:p>
            <a:pPr marL="228600" lvl="0" indent="-228600" rtl="0">
              <a:buChar char="•"/>
            </a:pPr>
            <a:r>
              <a:rPr lang="zh-CN" altLang="zh-CN" sz="2400" b="1" baseline="0" dirty="0">
                <a:solidFill>
                  <a:schemeClr val="accent1"/>
                </a:solidFill>
                <a:latin typeface="+mn-ea"/>
                <a:cs typeface="Arial" panose="020B0604020202020204"/>
              </a:rPr>
              <a:t>日常报销须在活动结束后一个月内完成材料提交审核</a:t>
            </a:r>
            <a:r>
              <a:rPr lang="zh-CN" altLang="zh-CN" sz="2400" baseline="0" dirty="0">
                <a:latin typeface="+mn-ea"/>
                <a:cs typeface="Arial" panose="020B0604020202020204"/>
              </a:rPr>
              <a:t>，</a:t>
            </a:r>
            <a:r>
              <a:rPr lang="zh-CN" altLang="en-US" sz="2400" baseline="0" dirty="0">
                <a:latin typeface="+mn-ea"/>
                <a:cs typeface="Arial" panose="020B0604020202020204"/>
              </a:rPr>
              <a:t>社指大型活动请在规定的</a:t>
            </a:r>
            <a:r>
              <a:rPr lang="en-US" altLang="zh-CN" sz="2400" baseline="0" dirty="0">
                <a:latin typeface="+mn-ea"/>
                <a:cs typeface="Arial" panose="020B0604020202020204"/>
              </a:rPr>
              <a:t>DDL</a:t>
            </a:r>
            <a:r>
              <a:rPr lang="zh-CN" altLang="en-US" sz="2400" baseline="0" dirty="0">
                <a:latin typeface="+mn-ea"/>
                <a:cs typeface="Arial" panose="020B0604020202020204"/>
              </a:rPr>
              <a:t>前上交。</a:t>
            </a:r>
            <a:r>
              <a:rPr lang="zh-CN" altLang="zh-CN" sz="2400" baseline="0" dirty="0">
                <a:latin typeface="+mn-ea"/>
                <a:cs typeface="Arial" panose="020B0604020202020204"/>
              </a:rPr>
              <a:t>逾期的发票</a:t>
            </a:r>
            <a:r>
              <a:rPr lang="zh-CN" altLang="zh-CN" sz="2400" b="1" baseline="0" dirty="0">
                <a:solidFill>
                  <a:srgbClr val="C00000"/>
                </a:solidFill>
                <a:latin typeface="+mn-ea"/>
                <a:cs typeface="Arial" panose="020B0604020202020204"/>
              </a:rPr>
              <a:t>不再受理</a:t>
            </a:r>
            <a:r>
              <a:rPr lang="zh-CN" altLang="zh-CN" sz="2400" baseline="0" dirty="0">
                <a:latin typeface="+mn-ea"/>
                <a:cs typeface="Arial" panose="020B0604020202020204"/>
              </a:rPr>
              <a:t>，各社团需自行解决。</a:t>
            </a:r>
            <a:r>
              <a:rPr lang="en-US" altLang="zh-CN" sz="2400" dirty="0">
                <a:latin typeface="+mn-ea"/>
                <a:cs typeface="Arial" panose="020B0604020202020204"/>
              </a:rPr>
              <a:t>​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cs typeface="Arial" panose="020B0604020202020204"/>
              </a:rPr>
              <a:t>并且将在年末考核中扣分（每次逾期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cs typeface="Arial" panose="020B0604020202020204"/>
              </a:rPr>
              <a:t>-0.5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cs typeface="Arial" panose="020B0604020202020204"/>
              </a:rPr>
              <a:t>分）</a:t>
            </a:r>
            <a:endParaRPr lang="zh-CN" altLang="en-US" b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6798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QR 代码&#10;&#10;描述已自动生成">
            <a:extLst>
              <a:ext uri="{FF2B5EF4-FFF2-40B4-BE49-F238E27FC236}">
                <a16:creationId xmlns:a16="http://schemas.microsoft.com/office/drawing/2014/main" id="{1A5C3BE1-88A7-1E92-52B8-282AE6B5C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029" y="27295"/>
            <a:ext cx="4986461" cy="680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581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9AFB0-6F6E-6BC3-05D1-E9F1CF9F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7478"/>
            <a:ext cx="10515600" cy="1325563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百团大战报销</a:t>
            </a:r>
            <a:r>
              <a:rPr lang="en-US" altLang="zh-CN" b="1" dirty="0">
                <a:solidFill>
                  <a:srgbClr val="C00000"/>
                </a:solidFill>
              </a:rPr>
              <a:t>DDL</a:t>
            </a:r>
            <a:r>
              <a:rPr lang="zh-CN" altLang="en-US" b="1" dirty="0">
                <a:solidFill>
                  <a:srgbClr val="C00000"/>
                </a:solidFill>
              </a:rPr>
              <a:t>：</a:t>
            </a:r>
            <a:r>
              <a:rPr lang="en-US" altLang="zh-CN" b="1" dirty="0">
                <a:solidFill>
                  <a:srgbClr val="C00000"/>
                </a:solidFill>
              </a:rPr>
              <a:t>11.17</a:t>
            </a:r>
            <a:r>
              <a:rPr lang="zh-CN" altLang="en-US" b="1" dirty="0">
                <a:solidFill>
                  <a:srgbClr val="C00000"/>
                </a:solidFill>
              </a:rPr>
              <a:t>日晚</a:t>
            </a:r>
            <a:r>
              <a:rPr lang="en-US" altLang="zh-CN" b="1" dirty="0">
                <a:solidFill>
                  <a:srgbClr val="C00000"/>
                </a:solidFill>
              </a:rPr>
              <a:t>18</a:t>
            </a:r>
            <a:r>
              <a:rPr lang="zh-CN" altLang="en-US" b="1" dirty="0">
                <a:solidFill>
                  <a:srgbClr val="C00000"/>
                </a:solidFill>
              </a:rPr>
              <a:t>：</a:t>
            </a:r>
            <a:r>
              <a:rPr lang="en-US" altLang="zh-CN" b="1" dirty="0">
                <a:solidFill>
                  <a:srgbClr val="C00000"/>
                </a:solidFill>
              </a:rPr>
              <a:t>00</a:t>
            </a:r>
            <a:r>
              <a:rPr lang="zh-CN" altLang="en-US" b="1" dirty="0">
                <a:solidFill>
                  <a:srgbClr val="C00000"/>
                </a:solidFill>
              </a:rPr>
              <a:t>前</a:t>
            </a:r>
          </a:p>
        </p:txBody>
      </p:sp>
    </p:spTree>
    <p:extLst>
      <p:ext uri="{BB962C8B-B14F-4D97-AF65-F5344CB8AC3E}">
        <p14:creationId xmlns:p14="http://schemas.microsoft.com/office/powerpoint/2010/main" val="42362898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15FA9C4-29C3-451B-8BC2-85C7C82668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1124" y="487914"/>
            <a:ext cx="6389750" cy="638975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2965173" y="2922324"/>
            <a:ext cx="6261654" cy="1348631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>
                <a:lumMod val="10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61570" y="3271730"/>
            <a:ext cx="38688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3600" b="1" dirty="0">
                <a:solidFill>
                  <a:prstClr val="black"/>
                </a:solidFill>
                <a:sym typeface="字魂105号-简雅黑" panose="00000500000000000000" pitchFamily="2" charset="-122"/>
              </a:rPr>
              <a:t>5. Q&amp;A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字魂105号-简雅黑" panose="00000500000000000000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7AE6E4B-6A50-4A1C-A728-423C970BEA63}"/>
              </a:ext>
            </a:extLst>
          </p:cNvPr>
          <p:cNvGrpSpPr/>
          <p:nvPr/>
        </p:nvGrpSpPr>
        <p:grpSpPr>
          <a:xfrm>
            <a:off x="3616511" y="764704"/>
            <a:ext cx="4958974" cy="1554639"/>
            <a:chOff x="9310317" y="3365363"/>
            <a:chExt cx="2607655" cy="817500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63A81C-9AB2-4F55-90BA-BC546FB79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10317" y="3365363"/>
              <a:ext cx="819823" cy="81750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53F0570-9BE5-42F5-9923-F2521F0D9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6947" y="3494455"/>
              <a:ext cx="1697377" cy="470452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4F12766-01A8-402B-8C48-1DAFF86C8092}"/>
                </a:ext>
              </a:extLst>
            </p:cNvPr>
            <p:cNvSpPr/>
            <p:nvPr/>
          </p:nvSpPr>
          <p:spPr>
            <a:xfrm>
              <a:off x="10153788" y="3986463"/>
              <a:ext cx="1764184" cy="1132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ZHEJIANG UNIVERSITY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13AB0-C7FA-5817-A386-012FABFCD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B2B15-D60E-05B2-49E4-A58BBBCA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报销账户统计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44759F-63DD-EDFF-4730-68C6CFEC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272"/>
          <a:stretch/>
        </p:blipFill>
        <p:spPr>
          <a:xfrm>
            <a:off x="2085207" y="1812472"/>
            <a:ext cx="7225026" cy="41801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F6F0A44-0CA7-AB01-F466-A393E7777B93}"/>
              </a:ext>
            </a:extLst>
          </p:cNvPr>
          <p:cNvSpPr txBox="1"/>
          <p:nvPr/>
        </p:nvSpPr>
        <p:spPr>
          <a:xfrm>
            <a:off x="7162799" y="952501"/>
            <a:ext cx="5609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DDL 11.4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日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18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00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91935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  <p:tag name="COMMONDATA" val="eyJoZGlkIjoiMWE5M2Q3YTk2NzExM2ViYmM0ZjRmYzRhOWQ2NWVkYz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B4189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B4189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B4189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B4189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B4189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B4189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B4189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621</Words>
  <Application>Microsoft Office PowerPoint</Application>
  <PresentationFormat>宽屏</PresentationFormat>
  <Paragraphs>83</Paragraphs>
  <Slides>18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黑体</vt:lpstr>
      <vt:lpstr>华文行楷</vt:lpstr>
      <vt:lpstr>微软雅黑</vt:lpstr>
      <vt:lpstr>字魂105号-简雅黑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报销账户统计</vt:lpstr>
      <vt:lpstr>PowerPoint 演示文稿</vt:lpstr>
      <vt:lpstr>PowerPoint 演示文稿</vt:lpstr>
      <vt:lpstr>食品 &amp; 奖品费用 （都需要提供发放名单）</vt:lpstr>
      <vt:lpstr>发票+购物记录+支付记录（打印在一页上）</vt:lpstr>
      <vt:lpstr>★★★金额核算Excel表</vt:lpstr>
      <vt:lpstr>支付情况说明</vt:lpstr>
      <vt:lpstr>PowerPoint 演示文稿</vt:lpstr>
      <vt:lpstr>PowerPoint 演示文稿</vt:lpstr>
      <vt:lpstr>PowerPoint 演示文稿</vt:lpstr>
      <vt:lpstr>百团大战报销DDL：11.17日晚18：00前</vt:lpstr>
      <vt:lpstr>PowerPoint 演示文稿</vt:lpstr>
      <vt:lpstr>报销账户统计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cby</dc:creator>
  <cp:lastModifiedBy>Jing, Zeyu</cp:lastModifiedBy>
  <cp:revision>322</cp:revision>
  <dcterms:created xsi:type="dcterms:W3CDTF">2019-01-04T06:52:00Z</dcterms:created>
  <dcterms:modified xsi:type="dcterms:W3CDTF">2024-11-03T10:55:25Z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237DCB3431844964878D453DA433BCD1_12</vt:lpwstr>
  </property>
  <property fmtid="{D5CDD505-2E9C-101B-9397-08002B2CF9AE}" pid="3" name="KSOProductBuildVer">
    <vt:lpwstr>2052-12.1.0.15712</vt:lpwstr>
  </property>
</Properties>
</file>