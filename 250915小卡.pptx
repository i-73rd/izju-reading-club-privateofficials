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75" d="100"/>
          <a:sy n="75" d="100"/>
        </p:scale>
        <p:origin x="2568" y="-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053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5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40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288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441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539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14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00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943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819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821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9374B-C48E-4A80-8D59-86A866A98A89}" type="datetimeFigureOut">
              <a:rPr lang="zh-CN" altLang="en-US" smtClean="0"/>
              <a:t>2025/9/15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2C8B48-1508-4BD0-B45D-0307D1532B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5107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DC66AF77-1A54-7B65-203B-F6F1DC16B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53" y="3473732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013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19C1AF-7043-8FB2-543F-1173001C2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953" y="3602320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013"/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39E9581C-94F1-C5D2-7D61-D3322709B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9" y="0"/>
            <a:ext cx="1959052" cy="1075123"/>
          </a:xfrm>
          <a:prstGeom prst="rect">
            <a:avLst/>
          </a:prstGeom>
        </p:spPr>
      </p:pic>
      <p:pic>
        <p:nvPicPr>
          <p:cNvPr id="9" name="图片 8" descr="QR 代码&#10;&#10;AI 生成的内容可能不正确。">
            <a:extLst>
              <a:ext uri="{FF2B5EF4-FFF2-40B4-BE49-F238E27FC236}">
                <a16:creationId xmlns:a16="http://schemas.microsoft.com/office/drawing/2014/main" id="{11DC7745-BDCD-02F2-3EE5-7F2193F26B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382" y="7522"/>
            <a:ext cx="1959052" cy="1075123"/>
          </a:xfrm>
          <a:prstGeom prst="rect">
            <a:avLst/>
          </a:prstGeom>
        </p:spPr>
      </p:pic>
      <p:sp>
        <p:nvSpPr>
          <p:cNvPr id="10" name="文本框 2">
            <a:extLst>
              <a:ext uri="{FF2B5EF4-FFF2-40B4-BE49-F238E27FC236}">
                <a16:creationId xmlns:a16="http://schemas.microsoft.com/office/drawing/2014/main" id="{25A80869-4F38-303E-E314-1D15A60C9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365288" y="7522"/>
            <a:ext cx="1173977" cy="106760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1435" tIns="25718" rIns="51435" bIns="25718" numCol="1" anchor="t" anchorCtr="0" compatLnSpc="1">
            <a:prstTxWarp prst="textNoShape">
              <a:avLst/>
            </a:prstTxWarp>
            <a:spAutoFit/>
          </a:bodyPr>
          <a:lstStyle/>
          <a:p>
            <a:pPr defTabSz="51434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这里是阅读社，致力于提供一个无阅读量门槛的阅读交流平台。除了本次盲盒外，本学期预计将有漂流笔记、共读时间等活动，欢迎所有同学加入！此外，</a:t>
            </a:r>
            <a:r>
              <a:rPr lang="en-US" altLang="zh-CN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9.27</a:t>
            </a:r>
            <a:r>
              <a:rPr lang="zh-CN" altLang="en-US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阅读社将与图书馆</a:t>
            </a:r>
            <a:r>
              <a:rPr lang="en-US" altLang="zh-CN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zh-CN" altLang="en-US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文学社合作开展</a:t>
            </a:r>
            <a:r>
              <a:rPr lang="en-US" altLang="zh-CN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《</a:t>
            </a:r>
            <a:r>
              <a:rPr lang="zh-CN" altLang="en-US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终结的感觉</a:t>
            </a:r>
            <a:r>
              <a:rPr lang="en-US" altLang="zh-CN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读书会，不论是否听说</a:t>
            </a:r>
            <a:r>
              <a:rPr lang="en-US" altLang="zh-CN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读过本书，欢迎您光临现场，体会不可靠叙述的艺术与记忆和探寻的双重奏。我们不见不散！</a:t>
            </a:r>
            <a:endParaRPr lang="zh-CN" altLang="en-US" sz="1200" dirty="0">
              <a:latin typeface="Arial" panose="020B0604020202020204" pitchFamily="34" charset="0"/>
            </a:endParaRPr>
          </a:p>
        </p:txBody>
      </p:sp>
      <p:pic>
        <p:nvPicPr>
          <p:cNvPr id="11" name="图片 1">
            <a:extLst>
              <a:ext uri="{FF2B5EF4-FFF2-40B4-BE49-F238E27FC236}">
                <a16:creationId xmlns:a16="http://schemas.microsoft.com/office/drawing/2014/main" id="{BED1103F-1EE3-53DF-41E4-0BBC2C2606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52" t="23784" r="9486" b="16743"/>
          <a:stretch>
            <a:fillRect/>
          </a:stretch>
        </p:blipFill>
        <p:spPr bwMode="auto">
          <a:xfrm>
            <a:off x="-2150533" y="7522"/>
            <a:ext cx="836045" cy="100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 descr="QR 代码&#10;&#10;AI 生成的内容可能不正确。">
            <a:extLst>
              <a:ext uri="{FF2B5EF4-FFF2-40B4-BE49-F238E27FC236}">
                <a16:creationId xmlns:a16="http://schemas.microsoft.com/office/drawing/2014/main" id="{C0D09EE5-1C30-CED6-2C24-8F8012EF0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4" y="7522"/>
            <a:ext cx="1959052" cy="1075123"/>
          </a:xfrm>
          <a:prstGeom prst="rect">
            <a:avLst/>
          </a:prstGeom>
        </p:spPr>
      </p:pic>
      <p:pic>
        <p:nvPicPr>
          <p:cNvPr id="13" name="图片 12" descr="QR 代码&#10;&#10;AI 生成的内容可能不正确。">
            <a:extLst>
              <a:ext uri="{FF2B5EF4-FFF2-40B4-BE49-F238E27FC236}">
                <a16:creationId xmlns:a16="http://schemas.microsoft.com/office/drawing/2014/main" id="{780B2C2B-120B-A78A-5549-78D5DCA8E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9" y="1082645"/>
            <a:ext cx="1959052" cy="1075123"/>
          </a:xfrm>
          <a:prstGeom prst="rect">
            <a:avLst/>
          </a:prstGeom>
        </p:spPr>
      </p:pic>
      <p:pic>
        <p:nvPicPr>
          <p:cNvPr id="14" name="图片 13" descr="QR 代码&#10;&#10;AI 生成的内容可能不正确。">
            <a:extLst>
              <a:ext uri="{FF2B5EF4-FFF2-40B4-BE49-F238E27FC236}">
                <a16:creationId xmlns:a16="http://schemas.microsoft.com/office/drawing/2014/main" id="{E996C4C6-0C5D-A46C-71AD-BC54298DD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382" y="1090167"/>
            <a:ext cx="1959052" cy="1075123"/>
          </a:xfrm>
          <a:prstGeom prst="rect">
            <a:avLst/>
          </a:prstGeom>
        </p:spPr>
      </p:pic>
      <p:pic>
        <p:nvPicPr>
          <p:cNvPr id="15" name="图片 14" descr="QR 代码&#10;&#10;AI 生成的内容可能不正确。">
            <a:extLst>
              <a:ext uri="{FF2B5EF4-FFF2-40B4-BE49-F238E27FC236}">
                <a16:creationId xmlns:a16="http://schemas.microsoft.com/office/drawing/2014/main" id="{69C7EDF5-9965-C548-A012-ACD33FA59B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4" y="1090167"/>
            <a:ext cx="1959052" cy="1075123"/>
          </a:xfrm>
          <a:prstGeom prst="rect">
            <a:avLst/>
          </a:prstGeom>
        </p:spPr>
      </p:pic>
      <p:pic>
        <p:nvPicPr>
          <p:cNvPr id="16" name="图片 15" descr="QR 代码&#10;&#10;AI 生成的内容可能不正确。">
            <a:extLst>
              <a:ext uri="{FF2B5EF4-FFF2-40B4-BE49-F238E27FC236}">
                <a16:creationId xmlns:a16="http://schemas.microsoft.com/office/drawing/2014/main" id="{E0E34C01-C399-D247-A7B7-DD6172094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9" y="2157768"/>
            <a:ext cx="1959052" cy="1075123"/>
          </a:xfrm>
          <a:prstGeom prst="rect">
            <a:avLst/>
          </a:prstGeom>
        </p:spPr>
      </p:pic>
      <p:pic>
        <p:nvPicPr>
          <p:cNvPr id="17" name="图片 16" descr="QR 代码&#10;&#10;AI 生成的内容可能不正确。">
            <a:extLst>
              <a:ext uri="{FF2B5EF4-FFF2-40B4-BE49-F238E27FC236}">
                <a16:creationId xmlns:a16="http://schemas.microsoft.com/office/drawing/2014/main" id="{14AA8A7F-8082-5DA2-DBA1-E8FD45E61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382" y="2165290"/>
            <a:ext cx="1959052" cy="1075123"/>
          </a:xfrm>
          <a:prstGeom prst="rect">
            <a:avLst/>
          </a:prstGeom>
        </p:spPr>
      </p:pic>
      <p:pic>
        <p:nvPicPr>
          <p:cNvPr id="18" name="图片 17" descr="QR 代码&#10;&#10;AI 生成的内容可能不正确。">
            <a:extLst>
              <a:ext uri="{FF2B5EF4-FFF2-40B4-BE49-F238E27FC236}">
                <a16:creationId xmlns:a16="http://schemas.microsoft.com/office/drawing/2014/main" id="{355DD8B4-79D5-5119-18CA-323B943C0B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4" y="2165290"/>
            <a:ext cx="1959052" cy="1075123"/>
          </a:xfrm>
          <a:prstGeom prst="rect">
            <a:avLst/>
          </a:prstGeom>
        </p:spPr>
      </p:pic>
      <p:pic>
        <p:nvPicPr>
          <p:cNvPr id="19" name="图片 18" descr="QR 代码&#10;&#10;AI 生成的内容可能不正确。">
            <a:extLst>
              <a:ext uri="{FF2B5EF4-FFF2-40B4-BE49-F238E27FC236}">
                <a16:creationId xmlns:a16="http://schemas.microsoft.com/office/drawing/2014/main" id="{52289087-83EB-92C1-C2FC-4873527DC3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889" y="3240413"/>
            <a:ext cx="1959052" cy="1075123"/>
          </a:xfrm>
          <a:prstGeom prst="rect">
            <a:avLst/>
          </a:prstGeom>
        </p:spPr>
      </p:pic>
      <p:pic>
        <p:nvPicPr>
          <p:cNvPr id="20" name="图片 19" descr="QR 代码&#10;&#10;AI 生成的内容可能不正确。">
            <a:extLst>
              <a:ext uri="{FF2B5EF4-FFF2-40B4-BE49-F238E27FC236}">
                <a16:creationId xmlns:a16="http://schemas.microsoft.com/office/drawing/2014/main" id="{91661E33-B42D-F2A8-A98D-C8B3166643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382" y="3247935"/>
            <a:ext cx="1959052" cy="1075123"/>
          </a:xfrm>
          <a:prstGeom prst="rect">
            <a:avLst/>
          </a:prstGeom>
        </p:spPr>
      </p:pic>
      <p:pic>
        <p:nvPicPr>
          <p:cNvPr id="21" name="图片 20" descr="QR 代码&#10;&#10;AI 生成的内容可能不正确。">
            <a:extLst>
              <a:ext uri="{FF2B5EF4-FFF2-40B4-BE49-F238E27FC236}">
                <a16:creationId xmlns:a16="http://schemas.microsoft.com/office/drawing/2014/main" id="{0BCA012E-A301-87A9-1974-FE108E836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04" y="3247935"/>
            <a:ext cx="1959052" cy="1075123"/>
          </a:xfrm>
          <a:prstGeom prst="rect">
            <a:avLst/>
          </a:prstGeom>
        </p:spPr>
      </p:pic>
      <p:sp>
        <p:nvSpPr>
          <p:cNvPr id="22" name="Rectangle 3">
            <a:extLst>
              <a:ext uri="{FF2B5EF4-FFF2-40B4-BE49-F238E27FC236}">
                <a16:creationId xmlns:a16="http://schemas.microsoft.com/office/drawing/2014/main" id="{B2402F0F-1F55-86C6-EFFB-2B9BD5707A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57" y="7804312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013"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77234259-9480-6863-1929-E9FB57D4D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57" y="7932900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013"/>
          </a:p>
        </p:txBody>
      </p:sp>
      <p:pic>
        <p:nvPicPr>
          <p:cNvPr id="24" name="图片 23" descr="QR 代码&#10;&#10;AI 生成的内容可能不正确。">
            <a:extLst>
              <a:ext uri="{FF2B5EF4-FFF2-40B4-BE49-F238E27FC236}">
                <a16:creationId xmlns:a16="http://schemas.microsoft.com/office/drawing/2014/main" id="{88D51A22-B808-3AF9-942F-FDF02DE22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93" y="4330580"/>
            <a:ext cx="1959052" cy="1075123"/>
          </a:xfrm>
          <a:prstGeom prst="rect">
            <a:avLst/>
          </a:prstGeom>
        </p:spPr>
      </p:pic>
      <p:pic>
        <p:nvPicPr>
          <p:cNvPr id="25" name="图片 24" descr="QR 代码&#10;&#10;AI 生成的内容可能不正确。">
            <a:extLst>
              <a:ext uri="{FF2B5EF4-FFF2-40B4-BE49-F238E27FC236}">
                <a16:creationId xmlns:a16="http://schemas.microsoft.com/office/drawing/2014/main" id="{1606BC66-DAFE-6730-CDEC-F28013DE53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86" y="4338102"/>
            <a:ext cx="1959052" cy="1075123"/>
          </a:xfrm>
          <a:prstGeom prst="rect">
            <a:avLst/>
          </a:prstGeom>
        </p:spPr>
      </p:pic>
      <p:pic>
        <p:nvPicPr>
          <p:cNvPr id="26" name="图片 25" descr="QR 代码&#10;&#10;AI 生成的内容可能不正确。">
            <a:extLst>
              <a:ext uri="{FF2B5EF4-FFF2-40B4-BE49-F238E27FC236}">
                <a16:creationId xmlns:a16="http://schemas.microsoft.com/office/drawing/2014/main" id="{DF3837D8-BED6-AE54-EEC5-87A26193F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38102"/>
            <a:ext cx="1959052" cy="1075123"/>
          </a:xfrm>
          <a:prstGeom prst="rect">
            <a:avLst/>
          </a:prstGeom>
        </p:spPr>
      </p:pic>
      <p:pic>
        <p:nvPicPr>
          <p:cNvPr id="27" name="图片 26" descr="QR 代码&#10;&#10;AI 生成的内容可能不正确。">
            <a:extLst>
              <a:ext uri="{FF2B5EF4-FFF2-40B4-BE49-F238E27FC236}">
                <a16:creationId xmlns:a16="http://schemas.microsoft.com/office/drawing/2014/main" id="{E2F78C21-B409-DBD9-D976-6906FAFEFE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93" y="5413225"/>
            <a:ext cx="1959052" cy="1075123"/>
          </a:xfrm>
          <a:prstGeom prst="rect">
            <a:avLst/>
          </a:prstGeom>
        </p:spPr>
      </p:pic>
      <p:pic>
        <p:nvPicPr>
          <p:cNvPr id="28" name="图片 27" descr="QR 代码&#10;&#10;AI 生成的内容可能不正确。">
            <a:extLst>
              <a:ext uri="{FF2B5EF4-FFF2-40B4-BE49-F238E27FC236}">
                <a16:creationId xmlns:a16="http://schemas.microsoft.com/office/drawing/2014/main" id="{B89135BB-1805-0D71-1455-1F5D92EE3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86" y="5420747"/>
            <a:ext cx="1959052" cy="1075123"/>
          </a:xfrm>
          <a:prstGeom prst="rect">
            <a:avLst/>
          </a:prstGeom>
        </p:spPr>
      </p:pic>
      <p:pic>
        <p:nvPicPr>
          <p:cNvPr id="29" name="图片 28" descr="QR 代码&#10;&#10;AI 生成的内容可能不正确。">
            <a:extLst>
              <a:ext uri="{FF2B5EF4-FFF2-40B4-BE49-F238E27FC236}">
                <a16:creationId xmlns:a16="http://schemas.microsoft.com/office/drawing/2014/main" id="{E2DB133D-919E-A9BD-293E-E14E440FF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20747"/>
            <a:ext cx="1959052" cy="1075123"/>
          </a:xfrm>
          <a:prstGeom prst="rect">
            <a:avLst/>
          </a:prstGeom>
        </p:spPr>
      </p:pic>
      <p:pic>
        <p:nvPicPr>
          <p:cNvPr id="30" name="图片 29" descr="QR 代码&#10;&#10;AI 生成的内容可能不正确。">
            <a:extLst>
              <a:ext uri="{FF2B5EF4-FFF2-40B4-BE49-F238E27FC236}">
                <a16:creationId xmlns:a16="http://schemas.microsoft.com/office/drawing/2014/main" id="{16993F3F-2BCB-BEF0-ECD2-237932920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93" y="6488348"/>
            <a:ext cx="1959052" cy="1075123"/>
          </a:xfrm>
          <a:prstGeom prst="rect">
            <a:avLst/>
          </a:prstGeom>
        </p:spPr>
      </p:pic>
      <p:pic>
        <p:nvPicPr>
          <p:cNvPr id="31" name="图片 30" descr="QR 代码&#10;&#10;AI 生成的内容可能不正确。">
            <a:extLst>
              <a:ext uri="{FF2B5EF4-FFF2-40B4-BE49-F238E27FC236}">
                <a16:creationId xmlns:a16="http://schemas.microsoft.com/office/drawing/2014/main" id="{D2080EFD-6A53-0A98-BCF7-BE1D7C01C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86" y="6495870"/>
            <a:ext cx="1959052" cy="1075123"/>
          </a:xfrm>
          <a:prstGeom prst="rect">
            <a:avLst/>
          </a:prstGeom>
        </p:spPr>
      </p:pic>
      <p:pic>
        <p:nvPicPr>
          <p:cNvPr id="32" name="图片 31" descr="QR 代码&#10;&#10;AI 生成的内容可能不正确。">
            <a:extLst>
              <a:ext uri="{FF2B5EF4-FFF2-40B4-BE49-F238E27FC236}">
                <a16:creationId xmlns:a16="http://schemas.microsoft.com/office/drawing/2014/main" id="{C070394D-DA49-3EA0-ACA9-A63CD612F3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95870"/>
            <a:ext cx="1959052" cy="1075123"/>
          </a:xfrm>
          <a:prstGeom prst="rect">
            <a:avLst/>
          </a:prstGeom>
        </p:spPr>
      </p:pic>
      <p:pic>
        <p:nvPicPr>
          <p:cNvPr id="33" name="图片 32" descr="QR 代码&#10;&#10;AI 生成的内容可能不正确。">
            <a:extLst>
              <a:ext uri="{FF2B5EF4-FFF2-40B4-BE49-F238E27FC236}">
                <a16:creationId xmlns:a16="http://schemas.microsoft.com/office/drawing/2014/main" id="{3C80D2EF-A140-CEB0-A307-B2B20964E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93" y="7570993"/>
            <a:ext cx="1959052" cy="1075123"/>
          </a:xfrm>
          <a:prstGeom prst="rect">
            <a:avLst/>
          </a:prstGeom>
        </p:spPr>
      </p:pic>
      <p:pic>
        <p:nvPicPr>
          <p:cNvPr id="34" name="图片 33" descr="QR 代码&#10;&#10;AI 生成的内容可能不正确。">
            <a:extLst>
              <a:ext uri="{FF2B5EF4-FFF2-40B4-BE49-F238E27FC236}">
                <a16:creationId xmlns:a16="http://schemas.microsoft.com/office/drawing/2014/main" id="{735A7D25-782D-2FE0-BEB0-00FEEA603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86" y="7578515"/>
            <a:ext cx="1959052" cy="1075123"/>
          </a:xfrm>
          <a:prstGeom prst="rect">
            <a:avLst/>
          </a:prstGeom>
        </p:spPr>
      </p:pic>
      <p:pic>
        <p:nvPicPr>
          <p:cNvPr id="35" name="图片 34" descr="QR 代码&#10;&#10;AI 生成的内容可能不正确。">
            <a:extLst>
              <a:ext uri="{FF2B5EF4-FFF2-40B4-BE49-F238E27FC236}">
                <a16:creationId xmlns:a16="http://schemas.microsoft.com/office/drawing/2014/main" id="{02EB3E15-8E47-078A-F417-E9C0FDC59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78515"/>
            <a:ext cx="1959052" cy="1075123"/>
          </a:xfrm>
          <a:prstGeom prst="rect">
            <a:avLst/>
          </a:prstGeom>
        </p:spPr>
      </p:pic>
      <p:sp>
        <p:nvSpPr>
          <p:cNvPr id="36" name="Rectangle 3">
            <a:extLst>
              <a:ext uri="{FF2B5EF4-FFF2-40B4-BE49-F238E27FC236}">
                <a16:creationId xmlns:a16="http://schemas.microsoft.com/office/drawing/2014/main" id="{01C6BDAF-7015-3934-FA6D-A749E4ECE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57" y="8871913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013"/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A724CCBA-83C0-C9D8-2A1F-01D504A44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557" y="9000501"/>
            <a:ext cx="103939" cy="207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51435" tIns="25718" rIns="51435" bIns="25718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1013"/>
          </a:p>
        </p:txBody>
      </p:sp>
      <p:pic>
        <p:nvPicPr>
          <p:cNvPr id="38" name="图片 37" descr="QR 代码&#10;&#10;AI 生成的内容可能不正确。">
            <a:extLst>
              <a:ext uri="{FF2B5EF4-FFF2-40B4-BE49-F238E27FC236}">
                <a16:creationId xmlns:a16="http://schemas.microsoft.com/office/drawing/2014/main" id="{89E9796D-F902-68E1-FD5A-2EDE5ED343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9493" y="8638594"/>
            <a:ext cx="1959052" cy="1075123"/>
          </a:xfrm>
          <a:prstGeom prst="rect">
            <a:avLst/>
          </a:prstGeom>
        </p:spPr>
      </p:pic>
      <p:pic>
        <p:nvPicPr>
          <p:cNvPr id="39" name="图片 38" descr="QR 代码&#10;&#10;AI 生成的内容可能不正确。">
            <a:extLst>
              <a:ext uri="{FF2B5EF4-FFF2-40B4-BE49-F238E27FC236}">
                <a16:creationId xmlns:a16="http://schemas.microsoft.com/office/drawing/2014/main" id="{B21C462F-DC0E-1F11-5C47-38F26DDED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8986" y="8646116"/>
            <a:ext cx="1959052" cy="1075123"/>
          </a:xfrm>
          <a:prstGeom prst="rect">
            <a:avLst/>
          </a:prstGeom>
        </p:spPr>
      </p:pic>
      <p:pic>
        <p:nvPicPr>
          <p:cNvPr id="40" name="图片 39" descr="QR 代码&#10;&#10;AI 生成的内容可能不正确。">
            <a:extLst>
              <a:ext uri="{FF2B5EF4-FFF2-40B4-BE49-F238E27FC236}">
                <a16:creationId xmlns:a16="http://schemas.microsoft.com/office/drawing/2014/main" id="{950FF021-627E-2A01-BFE1-21C1A53259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646116"/>
            <a:ext cx="1959052" cy="107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82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94</Words>
  <Application>Microsoft Office PowerPoint</Application>
  <PresentationFormat>A4 纸张(210x297 毫米)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黑体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Yi</dc:creator>
  <cp:lastModifiedBy>Yi Hu</cp:lastModifiedBy>
  <cp:revision>1</cp:revision>
  <dcterms:created xsi:type="dcterms:W3CDTF">2025-09-15T00:41:46Z</dcterms:created>
  <dcterms:modified xsi:type="dcterms:W3CDTF">2025-09-15T00:48:01Z</dcterms:modified>
</cp:coreProperties>
</file>